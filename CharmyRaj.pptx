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image" Target="../media/image36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image" Target="../media/image3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DCD42E-DE72-493F-93C8-02CD6BA14F3B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2246A85-70DE-4E6C-BF78-4F08C733B8A2}">
      <dgm:prSet/>
      <dgm:spPr/>
      <dgm:t>
        <a:bodyPr/>
        <a:lstStyle/>
        <a:p>
          <a:r>
            <a:rPr lang="en-US"/>
            <a:t>In this project, I designed and developed a multidimensional cube-based analysis system for managing hostel room allocations and fee payments. </a:t>
          </a:r>
        </a:p>
      </dgm:t>
    </dgm:pt>
    <dgm:pt modelId="{3AE07899-F5E4-4AC4-B418-1FFDF510CA84}" type="parTrans" cxnId="{CB7C36E6-1F26-4CB2-A054-3C6377D6A1F9}">
      <dgm:prSet/>
      <dgm:spPr/>
      <dgm:t>
        <a:bodyPr/>
        <a:lstStyle/>
        <a:p>
          <a:endParaRPr lang="en-US"/>
        </a:p>
      </dgm:t>
    </dgm:pt>
    <dgm:pt modelId="{93689A37-E3DD-41AE-A74A-60C26A8E57E8}" type="sibTrans" cxnId="{CB7C36E6-1F26-4CB2-A054-3C6377D6A1F9}">
      <dgm:prSet/>
      <dgm:spPr/>
      <dgm:t>
        <a:bodyPr/>
        <a:lstStyle/>
        <a:p>
          <a:endParaRPr lang="en-US"/>
        </a:p>
      </dgm:t>
    </dgm:pt>
    <dgm:pt modelId="{0C19130C-BE86-4BF9-A15C-458FF28C9F19}">
      <dgm:prSet/>
      <dgm:spPr/>
      <dgm:t>
        <a:bodyPr/>
        <a:lstStyle/>
        <a:p>
          <a:r>
            <a:rPr lang="en-US"/>
            <a:t>Using SQL and SSAS, I modeled and deployed two OLAP cubes that provide detailed, structured insights into hostel operations and student demographics. </a:t>
          </a:r>
        </a:p>
      </dgm:t>
    </dgm:pt>
    <dgm:pt modelId="{08EA9E2D-A055-49FE-AED9-D125A4164868}" type="parTrans" cxnId="{16A0D5BF-A833-4420-9D81-90A2802D585B}">
      <dgm:prSet/>
      <dgm:spPr/>
      <dgm:t>
        <a:bodyPr/>
        <a:lstStyle/>
        <a:p>
          <a:endParaRPr lang="en-US"/>
        </a:p>
      </dgm:t>
    </dgm:pt>
    <dgm:pt modelId="{B7A2589D-57F4-451C-B8ED-0286E2280023}" type="sibTrans" cxnId="{16A0D5BF-A833-4420-9D81-90A2802D585B}">
      <dgm:prSet/>
      <dgm:spPr/>
      <dgm:t>
        <a:bodyPr/>
        <a:lstStyle/>
        <a:p>
          <a:endParaRPr lang="en-US"/>
        </a:p>
      </dgm:t>
    </dgm:pt>
    <dgm:pt modelId="{117313F2-B61D-4133-BC55-D456DE584DC0}" type="pres">
      <dgm:prSet presAssocID="{8ADCD42E-DE72-493F-93C8-02CD6BA14F3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304AD69-50CC-4936-A299-C4EC97390291}" type="pres">
      <dgm:prSet presAssocID="{82246A85-70DE-4E6C-BF78-4F08C733B8A2}" presName="hierRoot1" presStyleCnt="0"/>
      <dgm:spPr/>
    </dgm:pt>
    <dgm:pt modelId="{43EA3EEB-DFCD-484B-8DA0-F088D52E5A3B}" type="pres">
      <dgm:prSet presAssocID="{82246A85-70DE-4E6C-BF78-4F08C733B8A2}" presName="composite" presStyleCnt="0"/>
      <dgm:spPr/>
    </dgm:pt>
    <dgm:pt modelId="{30A27CD1-6C2F-4F99-9967-7CE695B513B6}" type="pres">
      <dgm:prSet presAssocID="{82246A85-70DE-4E6C-BF78-4F08C733B8A2}" presName="background" presStyleLbl="node0" presStyleIdx="0" presStyleCnt="2"/>
      <dgm:spPr/>
    </dgm:pt>
    <dgm:pt modelId="{EFA85C10-5081-4E1E-856D-884638ED8968}" type="pres">
      <dgm:prSet presAssocID="{82246A85-70DE-4E6C-BF78-4F08C733B8A2}" presName="text" presStyleLbl="fgAcc0" presStyleIdx="0" presStyleCnt="2">
        <dgm:presLayoutVars>
          <dgm:chPref val="3"/>
        </dgm:presLayoutVars>
      </dgm:prSet>
      <dgm:spPr/>
    </dgm:pt>
    <dgm:pt modelId="{46868F3A-ED13-4D67-AC90-EA91BF09B8CF}" type="pres">
      <dgm:prSet presAssocID="{82246A85-70DE-4E6C-BF78-4F08C733B8A2}" presName="hierChild2" presStyleCnt="0"/>
      <dgm:spPr/>
    </dgm:pt>
    <dgm:pt modelId="{E7CFB2B4-FC88-4F3E-8BE3-3E3D8A10C9B4}" type="pres">
      <dgm:prSet presAssocID="{0C19130C-BE86-4BF9-A15C-458FF28C9F19}" presName="hierRoot1" presStyleCnt="0"/>
      <dgm:spPr/>
    </dgm:pt>
    <dgm:pt modelId="{6B0DA802-CC2A-4696-ACAF-96BCEB10B35E}" type="pres">
      <dgm:prSet presAssocID="{0C19130C-BE86-4BF9-A15C-458FF28C9F19}" presName="composite" presStyleCnt="0"/>
      <dgm:spPr/>
    </dgm:pt>
    <dgm:pt modelId="{9E11A955-9655-45CD-B891-04A9C99E78BC}" type="pres">
      <dgm:prSet presAssocID="{0C19130C-BE86-4BF9-A15C-458FF28C9F19}" presName="background" presStyleLbl="node0" presStyleIdx="1" presStyleCnt="2"/>
      <dgm:spPr/>
    </dgm:pt>
    <dgm:pt modelId="{05283843-544E-4FBB-B868-A688C3684E9D}" type="pres">
      <dgm:prSet presAssocID="{0C19130C-BE86-4BF9-A15C-458FF28C9F19}" presName="text" presStyleLbl="fgAcc0" presStyleIdx="1" presStyleCnt="2">
        <dgm:presLayoutVars>
          <dgm:chPref val="3"/>
        </dgm:presLayoutVars>
      </dgm:prSet>
      <dgm:spPr/>
    </dgm:pt>
    <dgm:pt modelId="{75990482-A8F1-461C-B15C-30F956D7E2D9}" type="pres">
      <dgm:prSet presAssocID="{0C19130C-BE86-4BF9-A15C-458FF28C9F19}" presName="hierChild2" presStyleCnt="0"/>
      <dgm:spPr/>
    </dgm:pt>
  </dgm:ptLst>
  <dgm:cxnLst>
    <dgm:cxn modelId="{F73F2244-6543-4609-9623-D57F68F8EEEF}" type="presOf" srcId="{8ADCD42E-DE72-493F-93C8-02CD6BA14F3B}" destId="{117313F2-B61D-4133-BC55-D456DE584DC0}" srcOrd="0" destOrd="0" presId="urn:microsoft.com/office/officeart/2005/8/layout/hierarchy1"/>
    <dgm:cxn modelId="{5C0C03A3-BBEE-4AB1-AE27-9F3B2ADDE149}" type="presOf" srcId="{82246A85-70DE-4E6C-BF78-4F08C733B8A2}" destId="{EFA85C10-5081-4E1E-856D-884638ED8968}" srcOrd="0" destOrd="0" presId="urn:microsoft.com/office/officeart/2005/8/layout/hierarchy1"/>
    <dgm:cxn modelId="{16A0D5BF-A833-4420-9D81-90A2802D585B}" srcId="{8ADCD42E-DE72-493F-93C8-02CD6BA14F3B}" destId="{0C19130C-BE86-4BF9-A15C-458FF28C9F19}" srcOrd="1" destOrd="0" parTransId="{08EA9E2D-A055-49FE-AED9-D125A4164868}" sibTransId="{B7A2589D-57F4-451C-B8ED-0286E2280023}"/>
    <dgm:cxn modelId="{CB7C36E6-1F26-4CB2-A054-3C6377D6A1F9}" srcId="{8ADCD42E-DE72-493F-93C8-02CD6BA14F3B}" destId="{82246A85-70DE-4E6C-BF78-4F08C733B8A2}" srcOrd="0" destOrd="0" parTransId="{3AE07899-F5E4-4AC4-B418-1FFDF510CA84}" sibTransId="{93689A37-E3DD-41AE-A74A-60C26A8E57E8}"/>
    <dgm:cxn modelId="{F45E8CFC-B45F-4F35-AF27-DCF26AA0B8D5}" type="presOf" srcId="{0C19130C-BE86-4BF9-A15C-458FF28C9F19}" destId="{05283843-544E-4FBB-B868-A688C3684E9D}" srcOrd="0" destOrd="0" presId="urn:microsoft.com/office/officeart/2005/8/layout/hierarchy1"/>
    <dgm:cxn modelId="{33D5A6E4-5F42-4B6B-B1C2-84AC36598D3C}" type="presParOf" srcId="{117313F2-B61D-4133-BC55-D456DE584DC0}" destId="{0304AD69-50CC-4936-A299-C4EC97390291}" srcOrd="0" destOrd="0" presId="urn:microsoft.com/office/officeart/2005/8/layout/hierarchy1"/>
    <dgm:cxn modelId="{5BC5A253-B08D-4498-9CE3-76B1AC969C9F}" type="presParOf" srcId="{0304AD69-50CC-4936-A299-C4EC97390291}" destId="{43EA3EEB-DFCD-484B-8DA0-F088D52E5A3B}" srcOrd="0" destOrd="0" presId="urn:microsoft.com/office/officeart/2005/8/layout/hierarchy1"/>
    <dgm:cxn modelId="{92F1B5CC-25B0-475B-A1D8-F8FFEB39D728}" type="presParOf" srcId="{43EA3EEB-DFCD-484B-8DA0-F088D52E5A3B}" destId="{30A27CD1-6C2F-4F99-9967-7CE695B513B6}" srcOrd="0" destOrd="0" presId="urn:microsoft.com/office/officeart/2005/8/layout/hierarchy1"/>
    <dgm:cxn modelId="{B8847415-78AE-48BB-BEDC-219DD354337A}" type="presParOf" srcId="{43EA3EEB-DFCD-484B-8DA0-F088D52E5A3B}" destId="{EFA85C10-5081-4E1E-856D-884638ED8968}" srcOrd="1" destOrd="0" presId="urn:microsoft.com/office/officeart/2005/8/layout/hierarchy1"/>
    <dgm:cxn modelId="{0D327EA9-13B9-491C-A092-51765EE01575}" type="presParOf" srcId="{0304AD69-50CC-4936-A299-C4EC97390291}" destId="{46868F3A-ED13-4D67-AC90-EA91BF09B8CF}" srcOrd="1" destOrd="0" presId="urn:microsoft.com/office/officeart/2005/8/layout/hierarchy1"/>
    <dgm:cxn modelId="{1BB90A5B-9A9C-4406-A747-EA5E461620B2}" type="presParOf" srcId="{117313F2-B61D-4133-BC55-D456DE584DC0}" destId="{E7CFB2B4-FC88-4F3E-8BE3-3E3D8A10C9B4}" srcOrd="1" destOrd="0" presId="urn:microsoft.com/office/officeart/2005/8/layout/hierarchy1"/>
    <dgm:cxn modelId="{7BCCEF45-8BE6-4810-97D3-86EE4D272EBE}" type="presParOf" srcId="{E7CFB2B4-FC88-4F3E-8BE3-3E3D8A10C9B4}" destId="{6B0DA802-CC2A-4696-ACAF-96BCEB10B35E}" srcOrd="0" destOrd="0" presId="urn:microsoft.com/office/officeart/2005/8/layout/hierarchy1"/>
    <dgm:cxn modelId="{201F2347-67B7-41F7-9E1E-819BE0BD3E1C}" type="presParOf" srcId="{6B0DA802-CC2A-4696-ACAF-96BCEB10B35E}" destId="{9E11A955-9655-45CD-B891-04A9C99E78BC}" srcOrd="0" destOrd="0" presId="urn:microsoft.com/office/officeart/2005/8/layout/hierarchy1"/>
    <dgm:cxn modelId="{64A6C993-22B0-4F28-9AA7-FA278F1C778B}" type="presParOf" srcId="{6B0DA802-CC2A-4696-ACAF-96BCEB10B35E}" destId="{05283843-544E-4FBB-B868-A688C3684E9D}" srcOrd="1" destOrd="0" presId="urn:microsoft.com/office/officeart/2005/8/layout/hierarchy1"/>
    <dgm:cxn modelId="{88F13C07-9E57-4922-B11F-BD02D16BC15F}" type="presParOf" srcId="{E7CFB2B4-FC88-4F3E-8BE3-3E3D8A10C9B4}" destId="{75990482-A8F1-461C-B15C-30F956D7E2D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C5767D-E5F6-4DD9-B6D0-C5D429A5594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B543478-7DDE-4B3A-9327-9EBB6A472D0F}">
      <dgm:prSet/>
      <dgm:spPr/>
      <dgm:t>
        <a:bodyPr/>
        <a:lstStyle/>
        <a:p>
          <a:r>
            <a:rPr lang="en-US"/>
            <a:t>Before this project, the hostel system had no way to analyze data in a meaningful way. </a:t>
          </a:r>
        </a:p>
      </dgm:t>
    </dgm:pt>
    <dgm:pt modelId="{36C28DC5-01AD-486A-B1D4-465367766229}" type="parTrans" cxnId="{F2580982-AF89-4473-8171-043B391218B4}">
      <dgm:prSet/>
      <dgm:spPr/>
      <dgm:t>
        <a:bodyPr/>
        <a:lstStyle/>
        <a:p>
          <a:endParaRPr lang="en-US"/>
        </a:p>
      </dgm:t>
    </dgm:pt>
    <dgm:pt modelId="{910D6B8F-FBCB-499E-90F6-51A7FE99A5DC}" type="sibTrans" cxnId="{F2580982-AF89-4473-8171-043B391218B4}">
      <dgm:prSet/>
      <dgm:spPr/>
      <dgm:t>
        <a:bodyPr/>
        <a:lstStyle/>
        <a:p>
          <a:endParaRPr lang="en-US"/>
        </a:p>
      </dgm:t>
    </dgm:pt>
    <dgm:pt modelId="{99FEB52C-65CD-4014-A922-82F8DF17101B}">
      <dgm:prSet/>
      <dgm:spPr/>
      <dgm:t>
        <a:bodyPr/>
        <a:lstStyle/>
        <a:p>
          <a:r>
            <a:rPr lang="en-US"/>
            <a:t>There was no centralized view of room occupancy, fee collection trends, or student profiles. </a:t>
          </a:r>
        </a:p>
      </dgm:t>
    </dgm:pt>
    <dgm:pt modelId="{939D50AB-F3A5-4BB7-99DD-96CC36D77096}" type="parTrans" cxnId="{D7D81B6C-DBC1-4C47-BEEC-B36AAAED1240}">
      <dgm:prSet/>
      <dgm:spPr/>
      <dgm:t>
        <a:bodyPr/>
        <a:lstStyle/>
        <a:p>
          <a:endParaRPr lang="en-US"/>
        </a:p>
      </dgm:t>
    </dgm:pt>
    <dgm:pt modelId="{77C07D88-F217-4492-BBF4-4D02D90BFAC5}" type="sibTrans" cxnId="{D7D81B6C-DBC1-4C47-BEEC-B36AAAED1240}">
      <dgm:prSet/>
      <dgm:spPr/>
      <dgm:t>
        <a:bodyPr/>
        <a:lstStyle/>
        <a:p>
          <a:endParaRPr lang="en-US"/>
        </a:p>
      </dgm:t>
    </dgm:pt>
    <dgm:pt modelId="{FD84E83F-6954-45BA-8FFE-230735E1E759}">
      <dgm:prSet/>
      <dgm:spPr/>
      <dgm:t>
        <a:bodyPr/>
        <a:lstStyle/>
        <a:p>
          <a:r>
            <a:rPr lang="en-US"/>
            <a:t>As a result, decisions about resource planning and student management were being made without data support, leading to inefficiencies.</a:t>
          </a:r>
        </a:p>
      </dgm:t>
    </dgm:pt>
    <dgm:pt modelId="{8E39CD7C-5A50-4BDB-8873-89C75545672E}" type="parTrans" cxnId="{2E1B4B0F-23C5-47D1-9776-669EDD886AE7}">
      <dgm:prSet/>
      <dgm:spPr/>
      <dgm:t>
        <a:bodyPr/>
        <a:lstStyle/>
        <a:p>
          <a:endParaRPr lang="en-US"/>
        </a:p>
      </dgm:t>
    </dgm:pt>
    <dgm:pt modelId="{A9195CB2-3E60-4282-8FA6-00F9F71CA66B}" type="sibTrans" cxnId="{2E1B4B0F-23C5-47D1-9776-669EDD886AE7}">
      <dgm:prSet/>
      <dgm:spPr/>
      <dgm:t>
        <a:bodyPr/>
        <a:lstStyle/>
        <a:p>
          <a:endParaRPr lang="en-US"/>
        </a:p>
      </dgm:t>
    </dgm:pt>
    <dgm:pt modelId="{11B7810F-D5FB-4F5D-A267-8D607DB439A4}" type="pres">
      <dgm:prSet presAssocID="{EBC5767D-E5F6-4DD9-B6D0-C5D429A5594A}" presName="root" presStyleCnt="0">
        <dgm:presLayoutVars>
          <dgm:dir/>
          <dgm:resizeHandles val="exact"/>
        </dgm:presLayoutVars>
      </dgm:prSet>
      <dgm:spPr/>
    </dgm:pt>
    <dgm:pt modelId="{7130AD4D-5156-48FD-903B-8D2419C2D31D}" type="pres">
      <dgm:prSet presAssocID="{AB543478-7DDE-4B3A-9327-9EBB6A472D0F}" presName="compNode" presStyleCnt="0"/>
      <dgm:spPr/>
    </dgm:pt>
    <dgm:pt modelId="{C3D30C2A-A3F4-4505-B04E-451F86CA02D6}" type="pres">
      <dgm:prSet presAssocID="{AB543478-7DDE-4B3A-9327-9EBB6A472D0F}" presName="bgRect" presStyleLbl="bgShp" presStyleIdx="0" presStyleCnt="3"/>
      <dgm:spPr/>
    </dgm:pt>
    <dgm:pt modelId="{6023276D-D0E7-46BA-A924-94643F93374F}" type="pres">
      <dgm:prSet presAssocID="{AB543478-7DDE-4B3A-9327-9EBB6A472D0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0009B119-1A49-4B3E-A82B-67326703A3D3}" type="pres">
      <dgm:prSet presAssocID="{AB543478-7DDE-4B3A-9327-9EBB6A472D0F}" presName="spaceRect" presStyleCnt="0"/>
      <dgm:spPr/>
    </dgm:pt>
    <dgm:pt modelId="{2C4D2697-F654-4D21-B6D9-6458BBD4D7CD}" type="pres">
      <dgm:prSet presAssocID="{AB543478-7DDE-4B3A-9327-9EBB6A472D0F}" presName="parTx" presStyleLbl="revTx" presStyleIdx="0" presStyleCnt="3">
        <dgm:presLayoutVars>
          <dgm:chMax val="0"/>
          <dgm:chPref val="0"/>
        </dgm:presLayoutVars>
      </dgm:prSet>
      <dgm:spPr/>
    </dgm:pt>
    <dgm:pt modelId="{DF3E3E4E-922D-42CD-9C16-B6589B51ED76}" type="pres">
      <dgm:prSet presAssocID="{910D6B8F-FBCB-499E-90F6-51A7FE99A5DC}" presName="sibTrans" presStyleCnt="0"/>
      <dgm:spPr/>
    </dgm:pt>
    <dgm:pt modelId="{1660064E-1449-479A-9BD1-A211BAD3B5AD}" type="pres">
      <dgm:prSet presAssocID="{99FEB52C-65CD-4014-A922-82F8DF17101B}" presName="compNode" presStyleCnt="0"/>
      <dgm:spPr/>
    </dgm:pt>
    <dgm:pt modelId="{B0BE0DC0-1031-445B-B98E-81BA0C200B80}" type="pres">
      <dgm:prSet presAssocID="{99FEB52C-65CD-4014-A922-82F8DF17101B}" presName="bgRect" presStyleLbl="bgShp" presStyleIdx="1" presStyleCnt="3"/>
      <dgm:spPr/>
    </dgm:pt>
    <dgm:pt modelId="{179C30E7-9E81-4227-9804-74EE1F55E28D}" type="pres">
      <dgm:prSet presAssocID="{99FEB52C-65CD-4014-A922-82F8DF17101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D71D1AF-456D-4E33-9CF2-CC4CF5215317}" type="pres">
      <dgm:prSet presAssocID="{99FEB52C-65CD-4014-A922-82F8DF17101B}" presName="spaceRect" presStyleCnt="0"/>
      <dgm:spPr/>
    </dgm:pt>
    <dgm:pt modelId="{7EC49F93-8CC1-48A0-A39E-B3FCFDA1B1D4}" type="pres">
      <dgm:prSet presAssocID="{99FEB52C-65CD-4014-A922-82F8DF17101B}" presName="parTx" presStyleLbl="revTx" presStyleIdx="1" presStyleCnt="3">
        <dgm:presLayoutVars>
          <dgm:chMax val="0"/>
          <dgm:chPref val="0"/>
        </dgm:presLayoutVars>
      </dgm:prSet>
      <dgm:spPr/>
    </dgm:pt>
    <dgm:pt modelId="{5672FE1C-B84E-49D9-9CEC-AF5EEA3A93DE}" type="pres">
      <dgm:prSet presAssocID="{77C07D88-F217-4492-BBF4-4D02D90BFAC5}" presName="sibTrans" presStyleCnt="0"/>
      <dgm:spPr/>
    </dgm:pt>
    <dgm:pt modelId="{D2C89F8B-0391-4F76-9ACB-A994126617A2}" type="pres">
      <dgm:prSet presAssocID="{FD84E83F-6954-45BA-8FFE-230735E1E759}" presName="compNode" presStyleCnt="0"/>
      <dgm:spPr/>
    </dgm:pt>
    <dgm:pt modelId="{A2115E91-465C-46E2-9F15-F884EAB35683}" type="pres">
      <dgm:prSet presAssocID="{FD84E83F-6954-45BA-8FFE-230735E1E759}" presName="bgRect" presStyleLbl="bgShp" presStyleIdx="2" presStyleCnt="3"/>
      <dgm:spPr/>
    </dgm:pt>
    <dgm:pt modelId="{FE9684DB-4A81-4EBF-B350-9899E6EB0DDA}" type="pres">
      <dgm:prSet presAssocID="{FD84E83F-6954-45BA-8FFE-230735E1E75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05A65980-91F4-4DBF-9096-0326879849F3}" type="pres">
      <dgm:prSet presAssocID="{FD84E83F-6954-45BA-8FFE-230735E1E759}" presName="spaceRect" presStyleCnt="0"/>
      <dgm:spPr/>
    </dgm:pt>
    <dgm:pt modelId="{EAECD6CF-428B-4A9E-8F03-C944B664CA57}" type="pres">
      <dgm:prSet presAssocID="{FD84E83F-6954-45BA-8FFE-230735E1E75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E1B4B0F-23C5-47D1-9776-669EDD886AE7}" srcId="{EBC5767D-E5F6-4DD9-B6D0-C5D429A5594A}" destId="{FD84E83F-6954-45BA-8FFE-230735E1E759}" srcOrd="2" destOrd="0" parTransId="{8E39CD7C-5A50-4BDB-8873-89C75545672E}" sibTransId="{A9195CB2-3E60-4282-8FA6-00F9F71CA66B}"/>
    <dgm:cxn modelId="{D7D81B6C-DBC1-4C47-BEEC-B36AAAED1240}" srcId="{EBC5767D-E5F6-4DD9-B6D0-C5D429A5594A}" destId="{99FEB52C-65CD-4014-A922-82F8DF17101B}" srcOrd="1" destOrd="0" parTransId="{939D50AB-F3A5-4BB7-99DD-96CC36D77096}" sibTransId="{77C07D88-F217-4492-BBF4-4D02D90BFAC5}"/>
    <dgm:cxn modelId="{31121C5A-B6F5-40A3-B14D-1D735E69139F}" type="presOf" srcId="{99FEB52C-65CD-4014-A922-82F8DF17101B}" destId="{7EC49F93-8CC1-48A0-A39E-B3FCFDA1B1D4}" srcOrd="0" destOrd="0" presId="urn:microsoft.com/office/officeart/2018/2/layout/IconVerticalSolidList"/>
    <dgm:cxn modelId="{F2580982-AF89-4473-8171-043B391218B4}" srcId="{EBC5767D-E5F6-4DD9-B6D0-C5D429A5594A}" destId="{AB543478-7DDE-4B3A-9327-9EBB6A472D0F}" srcOrd="0" destOrd="0" parTransId="{36C28DC5-01AD-486A-B1D4-465367766229}" sibTransId="{910D6B8F-FBCB-499E-90F6-51A7FE99A5DC}"/>
    <dgm:cxn modelId="{A928098D-F2C4-4FE4-ABFA-2B91F77C91D9}" type="presOf" srcId="{EBC5767D-E5F6-4DD9-B6D0-C5D429A5594A}" destId="{11B7810F-D5FB-4F5D-A267-8D607DB439A4}" srcOrd="0" destOrd="0" presId="urn:microsoft.com/office/officeart/2018/2/layout/IconVerticalSolidList"/>
    <dgm:cxn modelId="{08D1E3C4-4B6E-4BF4-BC2E-13287BA1733B}" type="presOf" srcId="{AB543478-7DDE-4B3A-9327-9EBB6A472D0F}" destId="{2C4D2697-F654-4D21-B6D9-6458BBD4D7CD}" srcOrd="0" destOrd="0" presId="urn:microsoft.com/office/officeart/2018/2/layout/IconVerticalSolidList"/>
    <dgm:cxn modelId="{57530CD4-FEA9-4732-9103-31A870D68840}" type="presOf" srcId="{FD84E83F-6954-45BA-8FFE-230735E1E759}" destId="{EAECD6CF-428B-4A9E-8F03-C944B664CA57}" srcOrd="0" destOrd="0" presId="urn:microsoft.com/office/officeart/2018/2/layout/IconVerticalSolidList"/>
    <dgm:cxn modelId="{19490FAC-5239-4CE2-94D8-5AD77A2D70EA}" type="presParOf" srcId="{11B7810F-D5FB-4F5D-A267-8D607DB439A4}" destId="{7130AD4D-5156-48FD-903B-8D2419C2D31D}" srcOrd="0" destOrd="0" presId="urn:microsoft.com/office/officeart/2018/2/layout/IconVerticalSolidList"/>
    <dgm:cxn modelId="{6C66D85E-C6EC-48D2-B707-5FFD406AEA1C}" type="presParOf" srcId="{7130AD4D-5156-48FD-903B-8D2419C2D31D}" destId="{C3D30C2A-A3F4-4505-B04E-451F86CA02D6}" srcOrd="0" destOrd="0" presId="urn:microsoft.com/office/officeart/2018/2/layout/IconVerticalSolidList"/>
    <dgm:cxn modelId="{6D597542-C72F-42C5-9F30-E63638683A22}" type="presParOf" srcId="{7130AD4D-5156-48FD-903B-8D2419C2D31D}" destId="{6023276D-D0E7-46BA-A924-94643F93374F}" srcOrd="1" destOrd="0" presId="urn:microsoft.com/office/officeart/2018/2/layout/IconVerticalSolidList"/>
    <dgm:cxn modelId="{F938F496-D89D-4218-A07D-E538F0FF388C}" type="presParOf" srcId="{7130AD4D-5156-48FD-903B-8D2419C2D31D}" destId="{0009B119-1A49-4B3E-A82B-67326703A3D3}" srcOrd="2" destOrd="0" presId="urn:microsoft.com/office/officeart/2018/2/layout/IconVerticalSolidList"/>
    <dgm:cxn modelId="{B0BFFCF5-C88E-48B2-AC78-12D0C6620B5F}" type="presParOf" srcId="{7130AD4D-5156-48FD-903B-8D2419C2D31D}" destId="{2C4D2697-F654-4D21-B6D9-6458BBD4D7CD}" srcOrd="3" destOrd="0" presId="urn:microsoft.com/office/officeart/2018/2/layout/IconVerticalSolidList"/>
    <dgm:cxn modelId="{EF27BA2A-4BA1-4631-A98F-0EB46531BA42}" type="presParOf" srcId="{11B7810F-D5FB-4F5D-A267-8D607DB439A4}" destId="{DF3E3E4E-922D-42CD-9C16-B6589B51ED76}" srcOrd="1" destOrd="0" presId="urn:microsoft.com/office/officeart/2018/2/layout/IconVerticalSolidList"/>
    <dgm:cxn modelId="{F04F5003-ECCC-4B5C-8AA8-0398739A08C3}" type="presParOf" srcId="{11B7810F-D5FB-4F5D-A267-8D607DB439A4}" destId="{1660064E-1449-479A-9BD1-A211BAD3B5AD}" srcOrd="2" destOrd="0" presId="urn:microsoft.com/office/officeart/2018/2/layout/IconVerticalSolidList"/>
    <dgm:cxn modelId="{1D8FEB21-3C00-4896-BE33-DA2C2EEB6B5C}" type="presParOf" srcId="{1660064E-1449-479A-9BD1-A211BAD3B5AD}" destId="{B0BE0DC0-1031-445B-B98E-81BA0C200B80}" srcOrd="0" destOrd="0" presId="urn:microsoft.com/office/officeart/2018/2/layout/IconVerticalSolidList"/>
    <dgm:cxn modelId="{03ED5E0F-9DB0-4DBB-87AF-B3FBBA572D27}" type="presParOf" srcId="{1660064E-1449-479A-9BD1-A211BAD3B5AD}" destId="{179C30E7-9E81-4227-9804-74EE1F55E28D}" srcOrd="1" destOrd="0" presId="urn:microsoft.com/office/officeart/2018/2/layout/IconVerticalSolidList"/>
    <dgm:cxn modelId="{5866FC0E-84DC-4431-BDA4-B3437A0E43B7}" type="presParOf" srcId="{1660064E-1449-479A-9BD1-A211BAD3B5AD}" destId="{2D71D1AF-456D-4E33-9CF2-CC4CF5215317}" srcOrd="2" destOrd="0" presId="urn:microsoft.com/office/officeart/2018/2/layout/IconVerticalSolidList"/>
    <dgm:cxn modelId="{4342B4C3-6D4F-41BB-9517-087F1D81F8AE}" type="presParOf" srcId="{1660064E-1449-479A-9BD1-A211BAD3B5AD}" destId="{7EC49F93-8CC1-48A0-A39E-B3FCFDA1B1D4}" srcOrd="3" destOrd="0" presId="urn:microsoft.com/office/officeart/2018/2/layout/IconVerticalSolidList"/>
    <dgm:cxn modelId="{A11342B8-398C-406F-BFDE-BEBB989FD35E}" type="presParOf" srcId="{11B7810F-D5FB-4F5D-A267-8D607DB439A4}" destId="{5672FE1C-B84E-49D9-9CEC-AF5EEA3A93DE}" srcOrd="3" destOrd="0" presId="urn:microsoft.com/office/officeart/2018/2/layout/IconVerticalSolidList"/>
    <dgm:cxn modelId="{1C01981D-FFB2-4E3D-BC3E-D4E189F3AEBC}" type="presParOf" srcId="{11B7810F-D5FB-4F5D-A267-8D607DB439A4}" destId="{D2C89F8B-0391-4F76-9ACB-A994126617A2}" srcOrd="4" destOrd="0" presId="urn:microsoft.com/office/officeart/2018/2/layout/IconVerticalSolidList"/>
    <dgm:cxn modelId="{F677E687-01C8-4BA0-9403-6EAA41545EB6}" type="presParOf" srcId="{D2C89F8B-0391-4F76-9ACB-A994126617A2}" destId="{A2115E91-465C-46E2-9F15-F884EAB35683}" srcOrd="0" destOrd="0" presId="urn:microsoft.com/office/officeart/2018/2/layout/IconVerticalSolidList"/>
    <dgm:cxn modelId="{FF4CDD4B-71DC-4E3C-A6CF-3B912E712F8A}" type="presParOf" srcId="{D2C89F8B-0391-4F76-9ACB-A994126617A2}" destId="{FE9684DB-4A81-4EBF-B350-9899E6EB0DDA}" srcOrd="1" destOrd="0" presId="urn:microsoft.com/office/officeart/2018/2/layout/IconVerticalSolidList"/>
    <dgm:cxn modelId="{9F0E2E0A-C418-4643-90EB-FDBD008337F2}" type="presParOf" srcId="{D2C89F8B-0391-4F76-9ACB-A994126617A2}" destId="{05A65980-91F4-4DBF-9096-0326879849F3}" srcOrd="2" destOrd="0" presId="urn:microsoft.com/office/officeart/2018/2/layout/IconVerticalSolidList"/>
    <dgm:cxn modelId="{0A72E28D-8887-402E-A11B-403F453083AD}" type="presParOf" srcId="{D2C89F8B-0391-4F76-9ACB-A994126617A2}" destId="{EAECD6CF-428B-4A9E-8F03-C944B664CA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B57083-B37A-4499-A8C9-8EAE238C00D2}" type="doc">
      <dgm:prSet loTypeId="urn:microsoft.com/office/officeart/2005/8/layout/vList5" loCatId="list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C453240-E5B0-4FB5-8494-F1CCDE6A8FF1}">
      <dgm:prSet/>
      <dgm:spPr/>
      <dgm:t>
        <a:bodyPr/>
        <a:lstStyle/>
        <a:p>
          <a:r>
            <a:rPr lang="en-US"/>
            <a:t>My goal was to build an analytical solution that could answer key questions like:</a:t>
          </a:r>
        </a:p>
      </dgm:t>
    </dgm:pt>
    <dgm:pt modelId="{460D92C4-1E7F-4B92-B602-829E9C4202E2}" type="parTrans" cxnId="{2C1EFE2D-0085-4324-996E-AA6BB9600EBF}">
      <dgm:prSet/>
      <dgm:spPr/>
      <dgm:t>
        <a:bodyPr/>
        <a:lstStyle/>
        <a:p>
          <a:endParaRPr lang="en-US"/>
        </a:p>
      </dgm:t>
    </dgm:pt>
    <dgm:pt modelId="{BAB769AD-1D9A-4A47-8D11-0E6399DF7D99}" type="sibTrans" cxnId="{2C1EFE2D-0085-4324-996E-AA6BB9600EBF}">
      <dgm:prSet/>
      <dgm:spPr/>
      <dgm:t>
        <a:bodyPr/>
        <a:lstStyle/>
        <a:p>
          <a:endParaRPr lang="en-US"/>
        </a:p>
      </dgm:t>
    </dgm:pt>
    <dgm:pt modelId="{45BA937B-BEF9-4560-9F5D-BA411E0AADCC}">
      <dgm:prSet/>
      <dgm:spPr/>
      <dgm:t>
        <a:bodyPr/>
        <a:lstStyle/>
        <a:p>
          <a:r>
            <a:rPr lang="en-US"/>
            <a:t>Which rooms are under or over-utilized?</a:t>
          </a:r>
        </a:p>
      </dgm:t>
    </dgm:pt>
    <dgm:pt modelId="{5AB5AF1F-FBC5-4EB8-9447-8F6FEF277896}" type="parTrans" cxnId="{18431F0E-2CEB-4307-BBA0-4EA1F9406685}">
      <dgm:prSet/>
      <dgm:spPr/>
      <dgm:t>
        <a:bodyPr/>
        <a:lstStyle/>
        <a:p>
          <a:endParaRPr lang="en-US"/>
        </a:p>
      </dgm:t>
    </dgm:pt>
    <dgm:pt modelId="{8832CBCE-24ED-4E3B-A3A7-41C39FC9C9F8}" type="sibTrans" cxnId="{18431F0E-2CEB-4307-BBA0-4EA1F9406685}">
      <dgm:prSet/>
      <dgm:spPr/>
      <dgm:t>
        <a:bodyPr/>
        <a:lstStyle/>
        <a:p>
          <a:endParaRPr lang="en-US"/>
        </a:p>
      </dgm:t>
    </dgm:pt>
    <dgm:pt modelId="{7A676C28-80D4-4215-84E7-EA7162768B13}">
      <dgm:prSet/>
      <dgm:spPr/>
      <dgm:t>
        <a:bodyPr/>
        <a:lstStyle/>
        <a:p>
          <a:r>
            <a:rPr lang="en-US"/>
            <a:t>How many students are paying fees on time?</a:t>
          </a:r>
        </a:p>
      </dgm:t>
    </dgm:pt>
    <dgm:pt modelId="{99FD4501-18B8-4063-A61D-B4BFACCCF0FC}" type="parTrans" cxnId="{43D96755-C26C-489B-8DBF-476C8ECE6E27}">
      <dgm:prSet/>
      <dgm:spPr/>
      <dgm:t>
        <a:bodyPr/>
        <a:lstStyle/>
        <a:p>
          <a:endParaRPr lang="en-US"/>
        </a:p>
      </dgm:t>
    </dgm:pt>
    <dgm:pt modelId="{0CF06D47-AE8C-4C3B-BF73-F19D43C39212}" type="sibTrans" cxnId="{43D96755-C26C-489B-8DBF-476C8ECE6E27}">
      <dgm:prSet/>
      <dgm:spPr/>
      <dgm:t>
        <a:bodyPr/>
        <a:lstStyle/>
        <a:p>
          <a:endParaRPr lang="en-US"/>
        </a:p>
      </dgm:t>
    </dgm:pt>
    <dgm:pt modelId="{98BC84A4-E457-4516-9C25-DB3C75BAB1DF}">
      <dgm:prSet/>
      <dgm:spPr/>
      <dgm:t>
        <a:bodyPr/>
        <a:lstStyle/>
        <a:p>
          <a:r>
            <a:rPr lang="en-US"/>
            <a:t>What are the demographic trends among hostel residents?</a:t>
          </a:r>
        </a:p>
      </dgm:t>
    </dgm:pt>
    <dgm:pt modelId="{E489050E-F990-42A9-83D1-50F0F055E58D}" type="parTrans" cxnId="{0E1A184F-8A88-4DB9-8BA3-FC3CCF171999}">
      <dgm:prSet/>
      <dgm:spPr/>
      <dgm:t>
        <a:bodyPr/>
        <a:lstStyle/>
        <a:p>
          <a:endParaRPr lang="en-US"/>
        </a:p>
      </dgm:t>
    </dgm:pt>
    <dgm:pt modelId="{9C4241F6-AD80-4CD6-9CE1-6EE0069D50CB}" type="sibTrans" cxnId="{0E1A184F-8A88-4DB9-8BA3-FC3CCF171999}">
      <dgm:prSet/>
      <dgm:spPr/>
      <dgm:t>
        <a:bodyPr/>
        <a:lstStyle/>
        <a:p>
          <a:endParaRPr lang="en-US"/>
        </a:p>
      </dgm:t>
    </dgm:pt>
    <dgm:pt modelId="{81001955-F898-49C4-9270-E2A3BCC5FF9B}">
      <dgm:prSet/>
      <dgm:spPr/>
      <dgm:t>
        <a:bodyPr/>
        <a:lstStyle/>
        <a:p>
          <a:r>
            <a:rPr lang="en-US" dirty="0"/>
            <a:t>I aimed to deliver a clean, query able cube model that would allow hostel administrators to explore data and take action accordingly.</a:t>
          </a:r>
        </a:p>
      </dgm:t>
    </dgm:pt>
    <dgm:pt modelId="{F3199E84-E2EF-41E9-B748-2CA24AFD2DE9}" type="parTrans" cxnId="{09C04408-3376-4851-9DCB-8A40F0638BB7}">
      <dgm:prSet/>
      <dgm:spPr/>
      <dgm:t>
        <a:bodyPr/>
        <a:lstStyle/>
        <a:p>
          <a:endParaRPr lang="en-US"/>
        </a:p>
      </dgm:t>
    </dgm:pt>
    <dgm:pt modelId="{861C68CC-6FF9-48BD-8911-E4AA41BB51E5}" type="sibTrans" cxnId="{09C04408-3376-4851-9DCB-8A40F0638BB7}">
      <dgm:prSet/>
      <dgm:spPr/>
      <dgm:t>
        <a:bodyPr/>
        <a:lstStyle/>
        <a:p>
          <a:endParaRPr lang="en-US"/>
        </a:p>
      </dgm:t>
    </dgm:pt>
    <dgm:pt modelId="{AAFB8F34-7C64-41DF-859F-CFEC2C6EDB99}" type="pres">
      <dgm:prSet presAssocID="{EDB57083-B37A-4499-A8C9-8EAE238C00D2}" presName="Name0" presStyleCnt="0">
        <dgm:presLayoutVars>
          <dgm:dir/>
          <dgm:animLvl val="lvl"/>
          <dgm:resizeHandles val="exact"/>
        </dgm:presLayoutVars>
      </dgm:prSet>
      <dgm:spPr/>
    </dgm:pt>
    <dgm:pt modelId="{D76E8E3A-33C2-49D8-BA33-2D629E45AF02}" type="pres">
      <dgm:prSet presAssocID="{3C453240-E5B0-4FB5-8494-F1CCDE6A8FF1}" presName="linNode" presStyleCnt="0"/>
      <dgm:spPr/>
    </dgm:pt>
    <dgm:pt modelId="{3FF996AA-B948-4FEE-ABC8-6D0F8822F0AC}" type="pres">
      <dgm:prSet presAssocID="{3C453240-E5B0-4FB5-8494-F1CCDE6A8FF1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82310773-EE76-4A37-8C71-9343BFFEF97F}" type="pres">
      <dgm:prSet presAssocID="{3C453240-E5B0-4FB5-8494-F1CCDE6A8FF1}" presName="descendantText" presStyleLbl="alignAccFollowNode1" presStyleIdx="0" presStyleCnt="1">
        <dgm:presLayoutVars>
          <dgm:bulletEnabled val="1"/>
        </dgm:presLayoutVars>
      </dgm:prSet>
      <dgm:spPr/>
    </dgm:pt>
    <dgm:pt modelId="{7FDD0861-694B-4A8C-A9CA-62D7E0FCCAB7}" type="pres">
      <dgm:prSet presAssocID="{BAB769AD-1D9A-4A47-8D11-0E6399DF7D99}" presName="sp" presStyleCnt="0"/>
      <dgm:spPr/>
    </dgm:pt>
    <dgm:pt modelId="{78D16500-293F-47C5-9FBF-1FC2B65BAE2C}" type="pres">
      <dgm:prSet presAssocID="{81001955-F898-49C4-9270-E2A3BCC5FF9B}" presName="linNode" presStyleCnt="0"/>
      <dgm:spPr/>
    </dgm:pt>
    <dgm:pt modelId="{EC114AD2-1E18-4296-ACDA-CCD416EB95BD}" type="pres">
      <dgm:prSet presAssocID="{81001955-F898-49C4-9270-E2A3BCC5FF9B}" presName="parentText" presStyleLbl="node1" presStyleIdx="1" presStyleCnt="2" custScaleX="277778">
        <dgm:presLayoutVars>
          <dgm:chMax val="1"/>
          <dgm:bulletEnabled val="1"/>
        </dgm:presLayoutVars>
      </dgm:prSet>
      <dgm:spPr/>
    </dgm:pt>
  </dgm:ptLst>
  <dgm:cxnLst>
    <dgm:cxn modelId="{09C04408-3376-4851-9DCB-8A40F0638BB7}" srcId="{EDB57083-B37A-4499-A8C9-8EAE238C00D2}" destId="{81001955-F898-49C4-9270-E2A3BCC5FF9B}" srcOrd="1" destOrd="0" parTransId="{F3199E84-E2EF-41E9-B748-2CA24AFD2DE9}" sibTransId="{861C68CC-6FF9-48BD-8911-E4AA41BB51E5}"/>
    <dgm:cxn modelId="{18431F0E-2CEB-4307-BBA0-4EA1F9406685}" srcId="{3C453240-E5B0-4FB5-8494-F1CCDE6A8FF1}" destId="{45BA937B-BEF9-4560-9F5D-BA411E0AADCC}" srcOrd="0" destOrd="0" parTransId="{5AB5AF1F-FBC5-4EB8-9447-8F6FEF277896}" sibTransId="{8832CBCE-24ED-4E3B-A3A7-41C39FC9C9F8}"/>
    <dgm:cxn modelId="{0A2CFA0F-A4DC-4460-9EAC-7C9D15DE4DA7}" type="presOf" srcId="{81001955-F898-49C4-9270-E2A3BCC5FF9B}" destId="{EC114AD2-1E18-4296-ACDA-CCD416EB95BD}" srcOrd="0" destOrd="0" presId="urn:microsoft.com/office/officeart/2005/8/layout/vList5"/>
    <dgm:cxn modelId="{2C1EFE2D-0085-4324-996E-AA6BB9600EBF}" srcId="{EDB57083-B37A-4499-A8C9-8EAE238C00D2}" destId="{3C453240-E5B0-4FB5-8494-F1CCDE6A8FF1}" srcOrd="0" destOrd="0" parTransId="{460D92C4-1E7F-4B92-B602-829E9C4202E2}" sibTransId="{BAB769AD-1D9A-4A47-8D11-0E6399DF7D99}"/>
    <dgm:cxn modelId="{1DF4A344-C322-41C8-A4D0-23D24F772752}" type="presOf" srcId="{98BC84A4-E457-4516-9C25-DB3C75BAB1DF}" destId="{82310773-EE76-4A37-8C71-9343BFFEF97F}" srcOrd="0" destOrd="2" presId="urn:microsoft.com/office/officeart/2005/8/layout/vList5"/>
    <dgm:cxn modelId="{0E1A184F-8A88-4DB9-8BA3-FC3CCF171999}" srcId="{3C453240-E5B0-4FB5-8494-F1CCDE6A8FF1}" destId="{98BC84A4-E457-4516-9C25-DB3C75BAB1DF}" srcOrd="2" destOrd="0" parTransId="{E489050E-F990-42A9-83D1-50F0F055E58D}" sibTransId="{9C4241F6-AD80-4CD6-9CE1-6EE0069D50CB}"/>
    <dgm:cxn modelId="{90946974-BCBC-409C-8A96-1D1BA2C65A00}" type="presOf" srcId="{EDB57083-B37A-4499-A8C9-8EAE238C00D2}" destId="{AAFB8F34-7C64-41DF-859F-CFEC2C6EDB99}" srcOrd="0" destOrd="0" presId="urn:microsoft.com/office/officeart/2005/8/layout/vList5"/>
    <dgm:cxn modelId="{43D96755-C26C-489B-8DBF-476C8ECE6E27}" srcId="{3C453240-E5B0-4FB5-8494-F1CCDE6A8FF1}" destId="{7A676C28-80D4-4215-84E7-EA7162768B13}" srcOrd="1" destOrd="0" parTransId="{99FD4501-18B8-4063-A61D-B4BFACCCF0FC}" sibTransId="{0CF06D47-AE8C-4C3B-BF73-F19D43C39212}"/>
    <dgm:cxn modelId="{BB976CDF-FC3E-458E-A884-D42CC6B9A5A1}" type="presOf" srcId="{3C453240-E5B0-4FB5-8494-F1CCDE6A8FF1}" destId="{3FF996AA-B948-4FEE-ABC8-6D0F8822F0AC}" srcOrd="0" destOrd="0" presId="urn:microsoft.com/office/officeart/2005/8/layout/vList5"/>
    <dgm:cxn modelId="{B6C784EE-CE02-4061-8EED-681264A5A68A}" type="presOf" srcId="{45BA937B-BEF9-4560-9F5D-BA411E0AADCC}" destId="{82310773-EE76-4A37-8C71-9343BFFEF97F}" srcOrd="0" destOrd="0" presId="urn:microsoft.com/office/officeart/2005/8/layout/vList5"/>
    <dgm:cxn modelId="{4053B8F4-57A4-4BE2-8108-D0BC9EF07DAC}" type="presOf" srcId="{7A676C28-80D4-4215-84E7-EA7162768B13}" destId="{82310773-EE76-4A37-8C71-9343BFFEF97F}" srcOrd="0" destOrd="1" presId="urn:microsoft.com/office/officeart/2005/8/layout/vList5"/>
    <dgm:cxn modelId="{04B15BEA-7E54-43BA-9033-A811D88B835C}" type="presParOf" srcId="{AAFB8F34-7C64-41DF-859F-CFEC2C6EDB99}" destId="{D76E8E3A-33C2-49D8-BA33-2D629E45AF02}" srcOrd="0" destOrd="0" presId="urn:microsoft.com/office/officeart/2005/8/layout/vList5"/>
    <dgm:cxn modelId="{46831E5E-6CEB-40C0-A2B3-9AD9CFEB29E8}" type="presParOf" srcId="{D76E8E3A-33C2-49D8-BA33-2D629E45AF02}" destId="{3FF996AA-B948-4FEE-ABC8-6D0F8822F0AC}" srcOrd="0" destOrd="0" presId="urn:microsoft.com/office/officeart/2005/8/layout/vList5"/>
    <dgm:cxn modelId="{0F185B19-272C-4047-90F9-7F035365DF8C}" type="presParOf" srcId="{D76E8E3A-33C2-49D8-BA33-2D629E45AF02}" destId="{82310773-EE76-4A37-8C71-9343BFFEF97F}" srcOrd="1" destOrd="0" presId="urn:microsoft.com/office/officeart/2005/8/layout/vList5"/>
    <dgm:cxn modelId="{BDCBACE9-714F-4D5A-922D-C2EC5C33EEA0}" type="presParOf" srcId="{AAFB8F34-7C64-41DF-859F-CFEC2C6EDB99}" destId="{7FDD0861-694B-4A8C-A9CA-62D7E0FCCAB7}" srcOrd="1" destOrd="0" presId="urn:microsoft.com/office/officeart/2005/8/layout/vList5"/>
    <dgm:cxn modelId="{CF2BA696-4FA8-4CC5-B40E-963154DEF87C}" type="presParOf" srcId="{AAFB8F34-7C64-41DF-859F-CFEC2C6EDB99}" destId="{78D16500-293F-47C5-9FBF-1FC2B65BAE2C}" srcOrd="2" destOrd="0" presId="urn:microsoft.com/office/officeart/2005/8/layout/vList5"/>
    <dgm:cxn modelId="{B6F1DBB0-B44C-4268-B667-D113AF12BE62}" type="presParOf" srcId="{78D16500-293F-47C5-9FBF-1FC2B65BAE2C}" destId="{EC114AD2-1E18-4296-ACDA-CCD416EB95BD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F78F653-876D-4B94-A4F2-F68AF562A53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479127-BE1A-452F-8BDB-70EBA68478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 created two complete star-schema cubes:</a:t>
          </a:r>
        </a:p>
      </dgm:t>
    </dgm:pt>
    <dgm:pt modelId="{8EE1FF3D-EF19-4CDC-9DD0-960F90E9EEA5}" type="parTrans" cxnId="{CFA7F026-8524-44EC-97A5-52F3BCAD803D}">
      <dgm:prSet/>
      <dgm:spPr/>
      <dgm:t>
        <a:bodyPr/>
        <a:lstStyle/>
        <a:p>
          <a:endParaRPr lang="en-US"/>
        </a:p>
      </dgm:t>
    </dgm:pt>
    <dgm:pt modelId="{8FF04A50-7FF9-42B3-832E-BBF0B7149F76}" type="sibTrans" cxnId="{CFA7F026-8524-44EC-97A5-52F3BCAD803D}">
      <dgm:prSet/>
      <dgm:spPr/>
      <dgm:t>
        <a:bodyPr/>
        <a:lstStyle/>
        <a:p>
          <a:endParaRPr lang="en-US"/>
        </a:p>
      </dgm:t>
    </dgm:pt>
    <dgm:pt modelId="{32E68EB7-BB25-4520-8922-AF1AD1D66C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Fee Payment Cube</a:t>
          </a:r>
          <a:r>
            <a:rPr lang="en-US"/>
            <a:t>: To track student payments, due dates, and amounts over time.</a:t>
          </a:r>
        </a:p>
      </dgm:t>
    </dgm:pt>
    <dgm:pt modelId="{88670972-4FB6-4074-8DC8-382A8EAB34A0}" type="parTrans" cxnId="{D51EBA48-465C-44BD-B691-DC6E9BA7741B}">
      <dgm:prSet/>
      <dgm:spPr/>
      <dgm:t>
        <a:bodyPr/>
        <a:lstStyle/>
        <a:p>
          <a:endParaRPr lang="en-US"/>
        </a:p>
      </dgm:t>
    </dgm:pt>
    <dgm:pt modelId="{4E16DBD9-8480-4466-8746-D04010C04095}" type="sibTrans" cxnId="{D51EBA48-465C-44BD-B691-DC6E9BA7741B}">
      <dgm:prSet/>
      <dgm:spPr/>
      <dgm:t>
        <a:bodyPr/>
        <a:lstStyle/>
        <a:p>
          <a:endParaRPr lang="en-US"/>
        </a:p>
      </dgm:t>
    </dgm:pt>
    <dgm:pt modelId="{916E6A57-2E31-4342-A573-65B701BE28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Room Allocation Cube</a:t>
          </a:r>
          <a:r>
            <a:rPr lang="en-US"/>
            <a:t>: To analyze how rooms are assigned based on student demographics and room types.</a:t>
          </a:r>
        </a:p>
      </dgm:t>
    </dgm:pt>
    <dgm:pt modelId="{200C40CD-80A1-40DE-B646-C1008E68D4C0}" type="parTrans" cxnId="{3E6B7064-B40A-4FE3-AC9A-4CDC773EE733}">
      <dgm:prSet/>
      <dgm:spPr/>
      <dgm:t>
        <a:bodyPr/>
        <a:lstStyle/>
        <a:p>
          <a:endParaRPr lang="en-US"/>
        </a:p>
      </dgm:t>
    </dgm:pt>
    <dgm:pt modelId="{F19E4653-4D66-43F8-94E9-BE8F69A4B64E}" type="sibTrans" cxnId="{3E6B7064-B40A-4FE3-AC9A-4CDC773EE733}">
      <dgm:prSet/>
      <dgm:spPr/>
      <dgm:t>
        <a:bodyPr/>
        <a:lstStyle/>
        <a:p>
          <a:endParaRPr lang="en-US"/>
        </a:p>
      </dgm:t>
    </dgm:pt>
    <dgm:pt modelId="{976D423C-BB5B-469C-BE9D-9D70903524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 used Microsoft Access for ER modeling and sample data, SQL for transformation, SSAS for cube design, and Excel for building PivotTable reports.</a:t>
          </a:r>
        </a:p>
      </dgm:t>
    </dgm:pt>
    <dgm:pt modelId="{7F3BF4CD-3AFF-4BF0-BAA9-87B25CB2C42B}" type="parTrans" cxnId="{B4FE2635-2D2D-4A23-96E7-BEC62C5355A1}">
      <dgm:prSet/>
      <dgm:spPr/>
      <dgm:t>
        <a:bodyPr/>
        <a:lstStyle/>
        <a:p>
          <a:endParaRPr lang="en-US"/>
        </a:p>
      </dgm:t>
    </dgm:pt>
    <dgm:pt modelId="{FD3A5D1A-CC56-44BA-BD71-43286CBBB8C4}" type="sibTrans" cxnId="{B4FE2635-2D2D-4A23-96E7-BEC62C5355A1}">
      <dgm:prSet/>
      <dgm:spPr/>
      <dgm:t>
        <a:bodyPr/>
        <a:lstStyle/>
        <a:p>
          <a:endParaRPr lang="en-US"/>
        </a:p>
      </dgm:t>
    </dgm:pt>
    <dgm:pt modelId="{2A4B3617-CB07-43CF-925C-0FA72FF5F9C1}" type="pres">
      <dgm:prSet presAssocID="{5F78F653-876D-4B94-A4F2-F68AF562A531}" presName="root" presStyleCnt="0">
        <dgm:presLayoutVars>
          <dgm:dir/>
          <dgm:resizeHandles val="exact"/>
        </dgm:presLayoutVars>
      </dgm:prSet>
      <dgm:spPr/>
    </dgm:pt>
    <dgm:pt modelId="{4CD90F6C-3311-4DE4-A3ED-07B425CC22D5}" type="pres">
      <dgm:prSet presAssocID="{61479127-BE1A-452F-8BDB-70EBA6847816}" presName="compNode" presStyleCnt="0"/>
      <dgm:spPr/>
    </dgm:pt>
    <dgm:pt modelId="{070B41D4-AA93-49C7-A66F-BDB3AFCC6FAC}" type="pres">
      <dgm:prSet presAssocID="{61479127-BE1A-452F-8BDB-70EBA6847816}" presName="bgRect" presStyleLbl="bgShp" presStyleIdx="0" presStyleCnt="4"/>
      <dgm:spPr/>
    </dgm:pt>
    <dgm:pt modelId="{22AFC005-E7B0-4291-BB07-85F590E3D8E5}" type="pres">
      <dgm:prSet presAssocID="{61479127-BE1A-452F-8BDB-70EBA684781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BC9C0F7F-51B3-4CBD-90DA-EB720CD31D8A}" type="pres">
      <dgm:prSet presAssocID="{61479127-BE1A-452F-8BDB-70EBA6847816}" presName="spaceRect" presStyleCnt="0"/>
      <dgm:spPr/>
    </dgm:pt>
    <dgm:pt modelId="{3B7C3529-3C01-402C-882A-E19379188E93}" type="pres">
      <dgm:prSet presAssocID="{61479127-BE1A-452F-8BDB-70EBA6847816}" presName="parTx" presStyleLbl="revTx" presStyleIdx="0" presStyleCnt="4">
        <dgm:presLayoutVars>
          <dgm:chMax val="0"/>
          <dgm:chPref val="0"/>
        </dgm:presLayoutVars>
      </dgm:prSet>
      <dgm:spPr/>
    </dgm:pt>
    <dgm:pt modelId="{E22B32DE-D3CD-466A-95B5-077B24B371F4}" type="pres">
      <dgm:prSet presAssocID="{8FF04A50-7FF9-42B3-832E-BBF0B7149F76}" presName="sibTrans" presStyleCnt="0"/>
      <dgm:spPr/>
    </dgm:pt>
    <dgm:pt modelId="{899AB377-1161-42C7-98CA-0636C459EC90}" type="pres">
      <dgm:prSet presAssocID="{32E68EB7-BB25-4520-8922-AF1AD1D66C7A}" presName="compNode" presStyleCnt="0"/>
      <dgm:spPr/>
    </dgm:pt>
    <dgm:pt modelId="{E4EAE478-15D5-453C-A3A6-B3EF27F823B5}" type="pres">
      <dgm:prSet presAssocID="{32E68EB7-BB25-4520-8922-AF1AD1D66C7A}" presName="bgRect" presStyleLbl="bgShp" presStyleIdx="1" presStyleCnt="4"/>
      <dgm:spPr/>
    </dgm:pt>
    <dgm:pt modelId="{7D4E7692-91E4-4C6A-831D-F8D69A97D6BD}" type="pres">
      <dgm:prSet presAssocID="{32E68EB7-BB25-4520-8922-AF1AD1D66C7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B4DDDFFE-AF98-461A-A84E-6410D867E808}" type="pres">
      <dgm:prSet presAssocID="{32E68EB7-BB25-4520-8922-AF1AD1D66C7A}" presName="spaceRect" presStyleCnt="0"/>
      <dgm:spPr/>
    </dgm:pt>
    <dgm:pt modelId="{6BEDE3EB-EE3A-49CC-96A9-1BD333CD097F}" type="pres">
      <dgm:prSet presAssocID="{32E68EB7-BB25-4520-8922-AF1AD1D66C7A}" presName="parTx" presStyleLbl="revTx" presStyleIdx="1" presStyleCnt="4">
        <dgm:presLayoutVars>
          <dgm:chMax val="0"/>
          <dgm:chPref val="0"/>
        </dgm:presLayoutVars>
      </dgm:prSet>
      <dgm:spPr/>
    </dgm:pt>
    <dgm:pt modelId="{9E5E259A-9655-4E19-8409-00851FE978F1}" type="pres">
      <dgm:prSet presAssocID="{4E16DBD9-8480-4466-8746-D04010C04095}" presName="sibTrans" presStyleCnt="0"/>
      <dgm:spPr/>
    </dgm:pt>
    <dgm:pt modelId="{6C9EB8F1-27B9-4BB2-A51E-3C1324BEF71C}" type="pres">
      <dgm:prSet presAssocID="{916E6A57-2E31-4342-A573-65B701BE2847}" presName="compNode" presStyleCnt="0"/>
      <dgm:spPr/>
    </dgm:pt>
    <dgm:pt modelId="{8F4A6858-3BF8-41B9-A040-EBF5FC4BF520}" type="pres">
      <dgm:prSet presAssocID="{916E6A57-2E31-4342-A573-65B701BE2847}" presName="bgRect" presStyleLbl="bgShp" presStyleIdx="2" presStyleCnt="4"/>
      <dgm:spPr/>
    </dgm:pt>
    <dgm:pt modelId="{0D790D3D-6B92-43F0-A434-954AD40C3880}" type="pres">
      <dgm:prSet presAssocID="{916E6A57-2E31-4342-A573-65B701BE284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54B7DDDA-E82B-449C-83D3-38DEB4273904}" type="pres">
      <dgm:prSet presAssocID="{916E6A57-2E31-4342-A573-65B701BE2847}" presName="spaceRect" presStyleCnt="0"/>
      <dgm:spPr/>
    </dgm:pt>
    <dgm:pt modelId="{8756BFD8-8679-48FA-A7CB-59B836C95958}" type="pres">
      <dgm:prSet presAssocID="{916E6A57-2E31-4342-A573-65B701BE2847}" presName="parTx" presStyleLbl="revTx" presStyleIdx="2" presStyleCnt="4">
        <dgm:presLayoutVars>
          <dgm:chMax val="0"/>
          <dgm:chPref val="0"/>
        </dgm:presLayoutVars>
      </dgm:prSet>
      <dgm:spPr/>
    </dgm:pt>
    <dgm:pt modelId="{A3BAE99E-EBEC-4307-B6D5-DCF378DDDE60}" type="pres">
      <dgm:prSet presAssocID="{F19E4653-4D66-43F8-94E9-BE8F69A4B64E}" presName="sibTrans" presStyleCnt="0"/>
      <dgm:spPr/>
    </dgm:pt>
    <dgm:pt modelId="{0B6FBF4D-C87D-432B-BE46-33F4C4C60D4E}" type="pres">
      <dgm:prSet presAssocID="{976D423C-BB5B-469C-BE9D-9D7090352433}" presName="compNode" presStyleCnt="0"/>
      <dgm:spPr/>
    </dgm:pt>
    <dgm:pt modelId="{B204447D-7FA0-4AEB-A051-54C21D007378}" type="pres">
      <dgm:prSet presAssocID="{976D423C-BB5B-469C-BE9D-9D7090352433}" presName="bgRect" presStyleLbl="bgShp" presStyleIdx="3" presStyleCnt="4"/>
      <dgm:spPr/>
    </dgm:pt>
    <dgm:pt modelId="{C493D1F6-0BF3-46CA-AA98-1CC7D81DAADC}" type="pres">
      <dgm:prSet presAssocID="{976D423C-BB5B-469C-BE9D-9D709035243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0C533D0-50F0-4BF8-AA9D-DBCE11A13D3B}" type="pres">
      <dgm:prSet presAssocID="{976D423C-BB5B-469C-BE9D-9D7090352433}" presName="spaceRect" presStyleCnt="0"/>
      <dgm:spPr/>
    </dgm:pt>
    <dgm:pt modelId="{6B451FD9-4682-4E24-B074-4371AAC2F028}" type="pres">
      <dgm:prSet presAssocID="{976D423C-BB5B-469C-BE9D-9D709035243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682F71A-A730-47B2-AEAE-FDC9900C0DB1}" type="presOf" srcId="{32E68EB7-BB25-4520-8922-AF1AD1D66C7A}" destId="{6BEDE3EB-EE3A-49CC-96A9-1BD333CD097F}" srcOrd="0" destOrd="0" presId="urn:microsoft.com/office/officeart/2018/2/layout/IconVerticalSolidList"/>
    <dgm:cxn modelId="{CFA7F026-8524-44EC-97A5-52F3BCAD803D}" srcId="{5F78F653-876D-4B94-A4F2-F68AF562A531}" destId="{61479127-BE1A-452F-8BDB-70EBA6847816}" srcOrd="0" destOrd="0" parTransId="{8EE1FF3D-EF19-4CDC-9DD0-960F90E9EEA5}" sibTransId="{8FF04A50-7FF9-42B3-832E-BBF0B7149F76}"/>
    <dgm:cxn modelId="{B4FE2635-2D2D-4A23-96E7-BEC62C5355A1}" srcId="{5F78F653-876D-4B94-A4F2-F68AF562A531}" destId="{976D423C-BB5B-469C-BE9D-9D7090352433}" srcOrd="3" destOrd="0" parTransId="{7F3BF4CD-3AFF-4BF0-BAA9-87B25CB2C42B}" sibTransId="{FD3A5D1A-CC56-44BA-BD71-43286CBBB8C4}"/>
    <dgm:cxn modelId="{8BF96B5B-EAED-445F-B5B0-8BD30580920E}" type="presOf" srcId="{61479127-BE1A-452F-8BDB-70EBA6847816}" destId="{3B7C3529-3C01-402C-882A-E19379188E93}" srcOrd="0" destOrd="0" presId="urn:microsoft.com/office/officeart/2018/2/layout/IconVerticalSolidList"/>
    <dgm:cxn modelId="{3E6B7064-B40A-4FE3-AC9A-4CDC773EE733}" srcId="{5F78F653-876D-4B94-A4F2-F68AF562A531}" destId="{916E6A57-2E31-4342-A573-65B701BE2847}" srcOrd="2" destOrd="0" parTransId="{200C40CD-80A1-40DE-B646-C1008E68D4C0}" sibTransId="{F19E4653-4D66-43F8-94E9-BE8F69A4B64E}"/>
    <dgm:cxn modelId="{D51EBA48-465C-44BD-B691-DC6E9BA7741B}" srcId="{5F78F653-876D-4B94-A4F2-F68AF562A531}" destId="{32E68EB7-BB25-4520-8922-AF1AD1D66C7A}" srcOrd="1" destOrd="0" parTransId="{88670972-4FB6-4074-8DC8-382A8EAB34A0}" sibTransId="{4E16DBD9-8480-4466-8746-D04010C04095}"/>
    <dgm:cxn modelId="{B511584F-5281-4713-9BF9-9945A3CC3561}" type="presOf" srcId="{5F78F653-876D-4B94-A4F2-F68AF562A531}" destId="{2A4B3617-CB07-43CF-925C-0FA72FF5F9C1}" srcOrd="0" destOrd="0" presId="urn:microsoft.com/office/officeart/2018/2/layout/IconVerticalSolidList"/>
    <dgm:cxn modelId="{AE9E0674-F1A8-490A-8425-2F23E4BEF3D4}" type="presOf" srcId="{916E6A57-2E31-4342-A573-65B701BE2847}" destId="{8756BFD8-8679-48FA-A7CB-59B836C95958}" srcOrd="0" destOrd="0" presId="urn:microsoft.com/office/officeart/2018/2/layout/IconVerticalSolidList"/>
    <dgm:cxn modelId="{3EA850D8-B609-4EAC-9C42-464C7975552B}" type="presOf" srcId="{976D423C-BB5B-469C-BE9D-9D7090352433}" destId="{6B451FD9-4682-4E24-B074-4371AAC2F028}" srcOrd="0" destOrd="0" presId="urn:microsoft.com/office/officeart/2018/2/layout/IconVerticalSolidList"/>
    <dgm:cxn modelId="{2335B723-97C7-453F-BCEF-884790621249}" type="presParOf" srcId="{2A4B3617-CB07-43CF-925C-0FA72FF5F9C1}" destId="{4CD90F6C-3311-4DE4-A3ED-07B425CC22D5}" srcOrd="0" destOrd="0" presId="urn:microsoft.com/office/officeart/2018/2/layout/IconVerticalSolidList"/>
    <dgm:cxn modelId="{836D613A-6F33-4A66-8856-708C58A6562C}" type="presParOf" srcId="{4CD90F6C-3311-4DE4-A3ED-07B425CC22D5}" destId="{070B41D4-AA93-49C7-A66F-BDB3AFCC6FAC}" srcOrd="0" destOrd="0" presId="urn:microsoft.com/office/officeart/2018/2/layout/IconVerticalSolidList"/>
    <dgm:cxn modelId="{B171F1E5-7E54-4648-AA1C-443D2665A99E}" type="presParOf" srcId="{4CD90F6C-3311-4DE4-A3ED-07B425CC22D5}" destId="{22AFC005-E7B0-4291-BB07-85F590E3D8E5}" srcOrd="1" destOrd="0" presId="urn:microsoft.com/office/officeart/2018/2/layout/IconVerticalSolidList"/>
    <dgm:cxn modelId="{98877218-AFBA-4111-B658-46F2C966D3AF}" type="presParOf" srcId="{4CD90F6C-3311-4DE4-A3ED-07B425CC22D5}" destId="{BC9C0F7F-51B3-4CBD-90DA-EB720CD31D8A}" srcOrd="2" destOrd="0" presId="urn:microsoft.com/office/officeart/2018/2/layout/IconVerticalSolidList"/>
    <dgm:cxn modelId="{68A501ED-D83D-4859-8B49-359DF93994A6}" type="presParOf" srcId="{4CD90F6C-3311-4DE4-A3ED-07B425CC22D5}" destId="{3B7C3529-3C01-402C-882A-E19379188E93}" srcOrd="3" destOrd="0" presId="urn:microsoft.com/office/officeart/2018/2/layout/IconVerticalSolidList"/>
    <dgm:cxn modelId="{F6A4BDC6-2B79-456D-A5B7-B4681B6484E9}" type="presParOf" srcId="{2A4B3617-CB07-43CF-925C-0FA72FF5F9C1}" destId="{E22B32DE-D3CD-466A-95B5-077B24B371F4}" srcOrd="1" destOrd="0" presId="urn:microsoft.com/office/officeart/2018/2/layout/IconVerticalSolidList"/>
    <dgm:cxn modelId="{77485FAE-44E9-4ECF-82F8-61D518EC383C}" type="presParOf" srcId="{2A4B3617-CB07-43CF-925C-0FA72FF5F9C1}" destId="{899AB377-1161-42C7-98CA-0636C459EC90}" srcOrd="2" destOrd="0" presId="urn:microsoft.com/office/officeart/2018/2/layout/IconVerticalSolidList"/>
    <dgm:cxn modelId="{F97453D6-44AE-451B-8CC6-950830D9BFD5}" type="presParOf" srcId="{899AB377-1161-42C7-98CA-0636C459EC90}" destId="{E4EAE478-15D5-453C-A3A6-B3EF27F823B5}" srcOrd="0" destOrd="0" presId="urn:microsoft.com/office/officeart/2018/2/layout/IconVerticalSolidList"/>
    <dgm:cxn modelId="{E4E3D037-753A-4E36-8C14-C845A98B08FF}" type="presParOf" srcId="{899AB377-1161-42C7-98CA-0636C459EC90}" destId="{7D4E7692-91E4-4C6A-831D-F8D69A97D6BD}" srcOrd="1" destOrd="0" presId="urn:microsoft.com/office/officeart/2018/2/layout/IconVerticalSolidList"/>
    <dgm:cxn modelId="{A8834D4E-E072-4BBD-9CA0-381F9ABD99AF}" type="presParOf" srcId="{899AB377-1161-42C7-98CA-0636C459EC90}" destId="{B4DDDFFE-AF98-461A-A84E-6410D867E808}" srcOrd="2" destOrd="0" presId="urn:microsoft.com/office/officeart/2018/2/layout/IconVerticalSolidList"/>
    <dgm:cxn modelId="{EAC9CBBA-9710-440F-A75D-9974A5724B81}" type="presParOf" srcId="{899AB377-1161-42C7-98CA-0636C459EC90}" destId="{6BEDE3EB-EE3A-49CC-96A9-1BD333CD097F}" srcOrd="3" destOrd="0" presId="urn:microsoft.com/office/officeart/2018/2/layout/IconVerticalSolidList"/>
    <dgm:cxn modelId="{7BF8C058-7FBF-46FC-9761-C4C1B67B4CA2}" type="presParOf" srcId="{2A4B3617-CB07-43CF-925C-0FA72FF5F9C1}" destId="{9E5E259A-9655-4E19-8409-00851FE978F1}" srcOrd="3" destOrd="0" presId="urn:microsoft.com/office/officeart/2018/2/layout/IconVerticalSolidList"/>
    <dgm:cxn modelId="{26796D08-A27D-4E2A-A74A-DF9B4B31784C}" type="presParOf" srcId="{2A4B3617-CB07-43CF-925C-0FA72FF5F9C1}" destId="{6C9EB8F1-27B9-4BB2-A51E-3C1324BEF71C}" srcOrd="4" destOrd="0" presId="urn:microsoft.com/office/officeart/2018/2/layout/IconVerticalSolidList"/>
    <dgm:cxn modelId="{C7F5D6A1-BF7A-4D13-A843-4C92529E66D6}" type="presParOf" srcId="{6C9EB8F1-27B9-4BB2-A51E-3C1324BEF71C}" destId="{8F4A6858-3BF8-41B9-A040-EBF5FC4BF520}" srcOrd="0" destOrd="0" presId="urn:microsoft.com/office/officeart/2018/2/layout/IconVerticalSolidList"/>
    <dgm:cxn modelId="{F9292C99-B907-498A-8E36-126FDC520F1B}" type="presParOf" srcId="{6C9EB8F1-27B9-4BB2-A51E-3C1324BEF71C}" destId="{0D790D3D-6B92-43F0-A434-954AD40C3880}" srcOrd="1" destOrd="0" presId="urn:microsoft.com/office/officeart/2018/2/layout/IconVerticalSolidList"/>
    <dgm:cxn modelId="{19955652-52C7-41D1-8694-C3A74C21F853}" type="presParOf" srcId="{6C9EB8F1-27B9-4BB2-A51E-3C1324BEF71C}" destId="{54B7DDDA-E82B-449C-83D3-38DEB4273904}" srcOrd="2" destOrd="0" presId="urn:microsoft.com/office/officeart/2018/2/layout/IconVerticalSolidList"/>
    <dgm:cxn modelId="{ABE70F92-EDCA-46B0-A2BC-E5108521449B}" type="presParOf" srcId="{6C9EB8F1-27B9-4BB2-A51E-3C1324BEF71C}" destId="{8756BFD8-8679-48FA-A7CB-59B836C95958}" srcOrd="3" destOrd="0" presId="urn:microsoft.com/office/officeart/2018/2/layout/IconVerticalSolidList"/>
    <dgm:cxn modelId="{DE389C56-6F9E-4CEE-B650-64DD5AA3C896}" type="presParOf" srcId="{2A4B3617-CB07-43CF-925C-0FA72FF5F9C1}" destId="{A3BAE99E-EBEC-4307-B6D5-DCF378DDDE60}" srcOrd="5" destOrd="0" presId="urn:microsoft.com/office/officeart/2018/2/layout/IconVerticalSolidList"/>
    <dgm:cxn modelId="{492A6ABD-7725-4D5B-8E72-BC13DA0C7666}" type="presParOf" srcId="{2A4B3617-CB07-43CF-925C-0FA72FF5F9C1}" destId="{0B6FBF4D-C87D-432B-BE46-33F4C4C60D4E}" srcOrd="6" destOrd="0" presId="urn:microsoft.com/office/officeart/2018/2/layout/IconVerticalSolidList"/>
    <dgm:cxn modelId="{56DF8929-EDBB-464D-AA53-CAE050EEFA38}" type="presParOf" srcId="{0B6FBF4D-C87D-432B-BE46-33F4C4C60D4E}" destId="{B204447D-7FA0-4AEB-A051-54C21D007378}" srcOrd="0" destOrd="0" presId="urn:microsoft.com/office/officeart/2018/2/layout/IconVerticalSolidList"/>
    <dgm:cxn modelId="{B23B404E-4D3E-4793-885E-9613431272E8}" type="presParOf" srcId="{0B6FBF4D-C87D-432B-BE46-33F4C4C60D4E}" destId="{C493D1F6-0BF3-46CA-AA98-1CC7D81DAADC}" srcOrd="1" destOrd="0" presId="urn:microsoft.com/office/officeart/2018/2/layout/IconVerticalSolidList"/>
    <dgm:cxn modelId="{55C49936-8E74-44D7-A42C-365C1F1F6EA3}" type="presParOf" srcId="{0B6FBF4D-C87D-432B-BE46-33F4C4C60D4E}" destId="{90C533D0-50F0-4BF8-AA9D-DBCE11A13D3B}" srcOrd="2" destOrd="0" presId="urn:microsoft.com/office/officeart/2018/2/layout/IconVerticalSolidList"/>
    <dgm:cxn modelId="{6A0C7DAD-CB4A-4D82-AE85-38F926B91D6A}" type="presParOf" srcId="{0B6FBF4D-C87D-432B-BE46-33F4C4C60D4E}" destId="{6B451FD9-4682-4E24-B074-4371AAC2F02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2DFFDB6-85FC-4E0B-B1A2-5877CB5E64F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74DF177-F939-4211-831D-41C14481FB6B}">
      <dgm:prSet/>
      <dgm:spPr/>
      <dgm:t>
        <a:bodyPr/>
        <a:lstStyle/>
        <a:p>
          <a:r>
            <a:rPr lang="en-US"/>
            <a:t>After building the cubes, I was able to:</a:t>
          </a:r>
        </a:p>
      </dgm:t>
    </dgm:pt>
    <dgm:pt modelId="{4E27F765-D2D2-48F3-A996-E7117FFF9909}" type="parTrans" cxnId="{C0BA8694-27B0-4CC1-807D-FBC18F50A40F}">
      <dgm:prSet/>
      <dgm:spPr/>
      <dgm:t>
        <a:bodyPr/>
        <a:lstStyle/>
        <a:p>
          <a:endParaRPr lang="en-US"/>
        </a:p>
      </dgm:t>
    </dgm:pt>
    <dgm:pt modelId="{F454D6D9-7735-4B46-8FA0-9162400ABAB3}" type="sibTrans" cxnId="{C0BA8694-27B0-4CC1-807D-FBC18F50A40F}">
      <dgm:prSet/>
      <dgm:spPr/>
      <dgm:t>
        <a:bodyPr/>
        <a:lstStyle/>
        <a:p>
          <a:endParaRPr lang="en-US"/>
        </a:p>
      </dgm:t>
    </dgm:pt>
    <dgm:pt modelId="{A393D493-AE64-438B-86EF-D0328F4B20ED}">
      <dgm:prSet/>
      <dgm:spPr/>
      <dgm:t>
        <a:bodyPr/>
        <a:lstStyle/>
        <a:p>
          <a:r>
            <a:rPr lang="en-US"/>
            <a:t>Identify room types that are most and least utilized.</a:t>
          </a:r>
        </a:p>
      </dgm:t>
    </dgm:pt>
    <dgm:pt modelId="{86FA9590-8609-4AF2-8B84-85D56D21E70E}" type="parTrans" cxnId="{AEB9965F-7A7F-4E13-A5D9-7E7058B6051C}">
      <dgm:prSet/>
      <dgm:spPr/>
      <dgm:t>
        <a:bodyPr/>
        <a:lstStyle/>
        <a:p>
          <a:endParaRPr lang="en-US"/>
        </a:p>
      </dgm:t>
    </dgm:pt>
    <dgm:pt modelId="{D0BD740B-2284-4FCE-ADDE-25B95C1B697A}" type="sibTrans" cxnId="{AEB9965F-7A7F-4E13-A5D9-7E7058B6051C}">
      <dgm:prSet/>
      <dgm:spPr/>
      <dgm:t>
        <a:bodyPr/>
        <a:lstStyle/>
        <a:p>
          <a:endParaRPr lang="en-US"/>
        </a:p>
      </dgm:t>
    </dgm:pt>
    <dgm:pt modelId="{E32426D5-840C-4839-ACD9-A334AE2B28F8}">
      <dgm:prSet/>
      <dgm:spPr/>
      <dgm:t>
        <a:bodyPr/>
        <a:lstStyle/>
        <a:p>
          <a:r>
            <a:rPr lang="en-US"/>
            <a:t>Measure total fees collected vs pending.</a:t>
          </a:r>
        </a:p>
      </dgm:t>
    </dgm:pt>
    <dgm:pt modelId="{2A04913D-DCB9-4B58-ABC3-DCC2EFCE702F}" type="parTrans" cxnId="{1CE21EEC-AC82-4692-8402-BF101BF58284}">
      <dgm:prSet/>
      <dgm:spPr/>
      <dgm:t>
        <a:bodyPr/>
        <a:lstStyle/>
        <a:p>
          <a:endParaRPr lang="en-US"/>
        </a:p>
      </dgm:t>
    </dgm:pt>
    <dgm:pt modelId="{5E1F68BB-5D73-44F5-AE9A-41A1CA7EE36F}" type="sibTrans" cxnId="{1CE21EEC-AC82-4692-8402-BF101BF58284}">
      <dgm:prSet/>
      <dgm:spPr/>
      <dgm:t>
        <a:bodyPr/>
        <a:lstStyle/>
        <a:p>
          <a:endParaRPr lang="en-US"/>
        </a:p>
      </dgm:t>
    </dgm:pt>
    <dgm:pt modelId="{5B0AD5E9-2A6B-4222-B7BC-2E1F7EDFF469}">
      <dgm:prSet/>
      <dgm:spPr/>
      <dgm:t>
        <a:bodyPr/>
        <a:lstStyle/>
        <a:p>
          <a:r>
            <a:rPr lang="en-US"/>
            <a:t>Find which cities most hostel students come from.</a:t>
          </a:r>
        </a:p>
      </dgm:t>
    </dgm:pt>
    <dgm:pt modelId="{E8BB171A-C94E-4287-AED3-22A53419AACC}" type="parTrans" cxnId="{7823592D-A51B-463D-9FA7-567BDFC74379}">
      <dgm:prSet/>
      <dgm:spPr/>
      <dgm:t>
        <a:bodyPr/>
        <a:lstStyle/>
        <a:p>
          <a:endParaRPr lang="en-US"/>
        </a:p>
      </dgm:t>
    </dgm:pt>
    <dgm:pt modelId="{33756D44-53D8-446E-9D70-FC0B7E9C3949}" type="sibTrans" cxnId="{7823592D-A51B-463D-9FA7-567BDFC74379}">
      <dgm:prSet/>
      <dgm:spPr/>
      <dgm:t>
        <a:bodyPr/>
        <a:lstStyle/>
        <a:p>
          <a:endParaRPr lang="en-US"/>
        </a:p>
      </dgm:t>
    </dgm:pt>
    <dgm:pt modelId="{97BDD967-7C6F-447D-B5F9-535798C32872}">
      <dgm:prSet/>
      <dgm:spPr/>
      <dgm:t>
        <a:bodyPr/>
        <a:lstStyle/>
        <a:p>
          <a:r>
            <a:rPr lang="en-US"/>
            <a:t>Analyze occupancy trends by gender and student age.</a:t>
          </a:r>
        </a:p>
      </dgm:t>
    </dgm:pt>
    <dgm:pt modelId="{3B9CDEAF-D564-491E-B437-CB356D2626A2}" type="parTrans" cxnId="{4F062278-7685-4D07-B01D-C40780D09970}">
      <dgm:prSet/>
      <dgm:spPr/>
      <dgm:t>
        <a:bodyPr/>
        <a:lstStyle/>
        <a:p>
          <a:endParaRPr lang="en-US"/>
        </a:p>
      </dgm:t>
    </dgm:pt>
    <dgm:pt modelId="{41C073AE-0DEE-4FF5-877E-8686871C9612}" type="sibTrans" cxnId="{4F062278-7685-4D07-B01D-C40780D09970}">
      <dgm:prSet/>
      <dgm:spPr/>
      <dgm:t>
        <a:bodyPr/>
        <a:lstStyle/>
        <a:p>
          <a:endParaRPr lang="en-US"/>
        </a:p>
      </dgm:t>
    </dgm:pt>
    <dgm:pt modelId="{D705B8C6-EAFE-40E1-9F4A-7F24C7AAE3A3}">
      <dgm:prSet/>
      <dgm:spPr/>
      <dgm:t>
        <a:bodyPr/>
        <a:lstStyle/>
        <a:p>
          <a:r>
            <a:rPr lang="en-US"/>
            <a:t>Track peak room allotment months and fee payment delays.</a:t>
          </a:r>
        </a:p>
      </dgm:t>
    </dgm:pt>
    <dgm:pt modelId="{95D5BB05-914A-4A05-A718-FBAE480B9549}" type="parTrans" cxnId="{77B76229-C5AD-4A19-AFC1-D42CA758080F}">
      <dgm:prSet/>
      <dgm:spPr/>
      <dgm:t>
        <a:bodyPr/>
        <a:lstStyle/>
        <a:p>
          <a:endParaRPr lang="en-US"/>
        </a:p>
      </dgm:t>
    </dgm:pt>
    <dgm:pt modelId="{C9F7AFDB-183F-4BEA-B82A-CD1FC44C5686}" type="sibTrans" cxnId="{77B76229-C5AD-4A19-AFC1-D42CA758080F}">
      <dgm:prSet/>
      <dgm:spPr/>
      <dgm:t>
        <a:bodyPr/>
        <a:lstStyle/>
        <a:p>
          <a:endParaRPr lang="en-US"/>
        </a:p>
      </dgm:t>
    </dgm:pt>
    <dgm:pt modelId="{AD0005FE-E1C8-48C0-900B-67CAB771C8B1}" type="pres">
      <dgm:prSet presAssocID="{62DFFDB6-85FC-4E0B-B1A2-5877CB5E64F6}" presName="vert0" presStyleCnt="0">
        <dgm:presLayoutVars>
          <dgm:dir/>
          <dgm:animOne val="branch"/>
          <dgm:animLvl val="lvl"/>
        </dgm:presLayoutVars>
      </dgm:prSet>
      <dgm:spPr/>
    </dgm:pt>
    <dgm:pt modelId="{68CBEAB3-2CAD-421F-B432-E56F42E77B79}" type="pres">
      <dgm:prSet presAssocID="{E74DF177-F939-4211-831D-41C14481FB6B}" presName="thickLine" presStyleLbl="alignNode1" presStyleIdx="0" presStyleCnt="1"/>
      <dgm:spPr/>
    </dgm:pt>
    <dgm:pt modelId="{9B29BEA3-10AB-4046-8DCB-A7ED7D60F966}" type="pres">
      <dgm:prSet presAssocID="{E74DF177-F939-4211-831D-41C14481FB6B}" presName="horz1" presStyleCnt="0"/>
      <dgm:spPr/>
    </dgm:pt>
    <dgm:pt modelId="{EFA55258-E694-48D4-B01A-BBCD44B618A5}" type="pres">
      <dgm:prSet presAssocID="{E74DF177-F939-4211-831D-41C14481FB6B}" presName="tx1" presStyleLbl="revTx" presStyleIdx="0" presStyleCnt="6"/>
      <dgm:spPr/>
    </dgm:pt>
    <dgm:pt modelId="{A9496B37-6EC4-451E-BEB1-153831CB5A51}" type="pres">
      <dgm:prSet presAssocID="{E74DF177-F939-4211-831D-41C14481FB6B}" presName="vert1" presStyleCnt="0"/>
      <dgm:spPr/>
    </dgm:pt>
    <dgm:pt modelId="{A3310CB5-0E5D-429C-9D72-F6D66ACEDCF0}" type="pres">
      <dgm:prSet presAssocID="{A393D493-AE64-438B-86EF-D0328F4B20ED}" presName="vertSpace2a" presStyleCnt="0"/>
      <dgm:spPr/>
    </dgm:pt>
    <dgm:pt modelId="{09B1DEF9-65DF-41A9-A204-B1AB124E9662}" type="pres">
      <dgm:prSet presAssocID="{A393D493-AE64-438B-86EF-D0328F4B20ED}" presName="horz2" presStyleCnt="0"/>
      <dgm:spPr/>
    </dgm:pt>
    <dgm:pt modelId="{797B05A4-5F73-41E9-B56A-4707DA3F7E45}" type="pres">
      <dgm:prSet presAssocID="{A393D493-AE64-438B-86EF-D0328F4B20ED}" presName="horzSpace2" presStyleCnt="0"/>
      <dgm:spPr/>
    </dgm:pt>
    <dgm:pt modelId="{30046699-613F-4139-AF59-68AB1E8BE5AC}" type="pres">
      <dgm:prSet presAssocID="{A393D493-AE64-438B-86EF-D0328F4B20ED}" presName="tx2" presStyleLbl="revTx" presStyleIdx="1" presStyleCnt="6"/>
      <dgm:spPr/>
    </dgm:pt>
    <dgm:pt modelId="{304010CB-E884-43D0-9D2E-0A897BF30F43}" type="pres">
      <dgm:prSet presAssocID="{A393D493-AE64-438B-86EF-D0328F4B20ED}" presName="vert2" presStyleCnt="0"/>
      <dgm:spPr/>
    </dgm:pt>
    <dgm:pt modelId="{52CCFBAF-D97F-4F54-A9BA-B92A5CDCF011}" type="pres">
      <dgm:prSet presAssocID="{A393D493-AE64-438B-86EF-D0328F4B20ED}" presName="thinLine2b" presStyleLbl="callout" presStyleIdx="0" presStyleCnt="5"/>
      <dgm:spPr/>
    </dgm:pt>
    <dgm:pt modelId="{2E362BD1-7D45-4F26-AB5B-32BBED41B9EC}" type="pres">
      <dgm:prSet presAssocID="{A393D493-AE64-438B-86EF-D0328F4B20ED}" presName="vertSpace2b" presStyleCnt="0"/>
      <dgm:spPr/>
    </dgm:pt>
    <dgm:pt modelId="{9B064EC7-8517-4E39-8BA3-1D25550DB1E3}" type="pres">
      <dgm:prSet presAssocID="{E32426D5-840C-4839-ACD9-A334AE2B28F8}" presName="horz2" presStyleCnt="0"/>
      <dgm:spPr/>
    </dgm:pt>
    <dgm:pt modelId="{583F8A68-84AC-4AB1-B50F-5F4CB94608D8}" type="pres">
      <dgm:prSet presAssocID="{E32426D5-840C-4839-ACD9-A334AE2B28F8}" presName="horzSpace2" presStyleCnt="0"/>
      <dgm:spPr/>
    </dgm:pt>
    <dgm:pt modelId="{D1446ED0-8684-4BD1-8CD0-DD9359D0FA95}" type="pres">
      <dgm:prSet presAssocID="{E32426D5-840C-4839-ACD9-A334AE2B28F8}" presName="tx2" presStyleLbl="revTx" presStyleIdx="2" presStyleCnt="6"/>
      <dgm:spPr/>
    </dgm:pt>
    <dgm:pt modelId="{DC57BD3D-A269-4882-BFA5-F4B11651F1DE}" type="pres">
      <dgm:prSet presAssocID="{E32426D5-840C-4839-ACD9-A334AE2B28F8}" presName="vert2" presStyleCnt="0"/>
      <dgm:spPr/>
    </dgm:pt>
    <dgm:pt modelId="{AE83D8A2-9E1A-4B57-8266-AA70A271A6C4}" type="pres">
      <dgm:prSet presAssocID="{E32426D5-840C-4839-ACD9-A334AE2B28F8}" presName="thinLine2b" presStyleLbl="callout" presStyleIdx="1" presStyleCnt="5"/>
      <dgm:spPr/>
    </dgm:pt>
    <dgm:pt modelId="{728BE1E0-AD42-4120-85C4-6F85945459E6}" type="pres">
      <dgm:prSet presAssocID="{E32426D5-840C-4839-ACD9-A334AE2B28F8}" presName="vertSpace2b" presStyleCnt="0"/>
      <dgm:spPr/>
    </dgm:pt>
    <dgm:pt modelId="{8E73A05E-EDDD-42CD-BE67-DFA75D8AD27A}" type="pres">
      <dgm:prSet presAssocID="{5B0AD5E9-2A6B-4222-B7BC-2E1F7EDFF469}" presName="horz2" presStyleCnt="0"/>
      <dgm:spPr/>
    </dgm:pt>
    <dgm:pt modelId="{1B4DF1CE-0B2D-4250-AB14-058BD5BF8CB1}" type="pres">
      <dgm:prSet presAssocID="{5B0AD5E9-2A6B-4222-B7BC-2E1F7EDFF469}" presName="horzSpace2" presStyleCnt="0"/>
      <dgm:spPr/>
    </dgm:pt>
    <dgm:pt modelId="{FA0156B4-BBC3-469F-86DA-D3034DA77B30}" type="pres">
      <dgm:prSet presAssocID="{5B0AD5E9-2A6B-4222-B7BC-2E1F7EDFF469}" presName="tx2" presStyleLbl="revTx" presStyleIdx="3" presStyleCnt="6"/>
      <dgm:spPr/>
    </dgm:pt>
    <dgm:pt modelId="{87A9F258-E970-4EB1-9013-9F975AD7CE0D}" type="pres">
      <dgm:prSet presAssocID="{5B0AD5E9-2A6B-4222-B7BC-2E1F7EDFF469}" presName="vert2" presStyleCnt="0"/>
      <dgm:spPr/>
    </dgm:pt>
    <dgm:pt modelId="{6D3B1BC1-3615-4A04-842F-AF8DB08DD1CD}" type="pres">
      <dgm:prSet presAssocID="{5B0AD5E9-2A6B-4222-B7BC-2E1F7EDFF469}" presName="thinLine2b" presStyleLbl="callout" presStyleIdx="2" presStyleCnt="5"/>
      <dgm:spPr/>
    </dgm:pt>
    <dgm:pt modelId="{71679691-5C66-43B7-9E70-2186B4D80484}" type="pres">
      <dgm:prSet presAssocID="{5B0AD5E9-2A6B-4222-B7BC-2E1F7EDFF469}" presName="vertSpace2b" presStyleCnt="0"/>
      <dgm:spPr/>
    </dgm:pt>
    <dgm:pt modelId="{7CCC7EC4-8745-48F3-9B0D-68E9D6EB0E95}" type="pres">
      <dgm:prSet presAssocID="{97BDD967-7C6F-447D-B5F9-535798C32872}" presName="horz2" presStyleCnt="0"/>
      <dgm:spPr/>
    </dgm:pt>
    <dgm:pt modelId="{FC1EC657-FB22-43A4-9E2F-0D0DCE3F985D}" type="pres">
      <dgm:prSet presAssocID="{97BDD967-7C6F-447D-B5F9-535798C32872}" presName="horzSpace2" presStyleCnt="0"/>
      <dgm:spPr/>
    </dgm:pt>
    <dgm:pt modelId="{1592A3D6-0BE3-41F3-9E81-6AC48A3A307E}" type="pres">
      <dgm:prSet presAssocID="{97BDD967-7C6F-447D-B5F9-535798C32872}" presName="tx2" presStyleLbl="revTx" presStyleIdx="4" presStyleCnt="6"/>
      <dgm:spPr/>
    </dgm:pt>
    <dgm:pt modelId="{854C5A7E-EBEA-4824-B221-035C40EE32C1}" type="pres">
      <dgm:prSet presAssocID="{97BDD967-7C6F-447D-B5F9-535798C32872}" presName="vert2" presStyleCnt="0"/>
      <dgm:spPr/>
    </dgm:pt>
    <dgm:pt modelId="{5AE6C8EC-8E9B-490F-9911-0BB011D69F96}" type="pres">
      <dgm:prSet presAssocID="{97BDD967-7C6F-447D-B5F9-535798C32872}" presName="thinLine2b" presStyleLbl="callout" presStyleIdx="3" presStyleCnt="5"/>
      <dgm:spPr/>
    </dgm:pt>
    <dgm:pt modelId="{A1E83BE1-E192-4B33-8FB0-E5CE6413F99E}" type="pres">
      <dgm:prSet presAssocID="{97BDD967-7C6F-447D-B5F9-535798C32872}" presName="vertSpace2b" presStyleCnt="0"/>
      <dgm:spPr/>
    </dgm:pt>
    <dgm:pt modelId="{38025710-19C9-4D7E-AF08-6B9096E13574}" type="pres">
      <dgm:prSet presAssocID="{D705B8C6-EAFE-40E1-9F4A-7F24C7AAE3A3}" presName="horz2" presStyleCnt="0"/>
      <dgm:spPr/>
    </dgm:pt>
    <dgm:pt modelId="{2A9051E5-4FAA-4015-A416-9CD2F5A34B26}" type="pres">
      <dgm:prSet presAssocID="{D705B8C6-EAFE-40E1-9F4A-7F24C7AAE3A3}" presName="horzSpace2" presStyleCnt="0"/>
      <dgm:spPr/>
    </dgm:pt>
    <dgm:pt modelId="{526095BC-6304-4872-9B80-2F33161F5E13}" type="pres">
      <dgm:prSet presAssocID="{D705B8C6-EAFE-40E1-9F4A-7F24C7AAE3A3}" presName="tx2" presStyleLbl="revTx" presStyleIdx="5" presStyleCnt="6"/>
      <dgm:spPr/>
    </dgm:pt>
    <dgm:pt modelId="{EB81F94D-A77B-44A6-BCDF-0B183FC491FD}" type="pres">
      <dgm:prSet presAssocID="{D705B8C6-EAFE-40E1-9F4A-7F24C7AAE3A3}" presName="vert2" presStyleCnt="0"/>
      <dgm:spPr/>
    </dgm:pt>
    <dgm:pt modelId="{438C83D5-CC11-496A-802D-FBE4CD327EBD}" type="pres">
      <dgm:prSet presAssocID="{D705B8C6-EAFE-40E1-9F4A-7F24C7AAE3A3}" presName="thinLine2b" presStyleLbl="callout" presStyleIdx="4" presStyleCnt="5"/>
      <dgm:spPr/>
    </dgm:pt>
    <dgm:pt modelId="{F6D340BD-FC6B-4D39-B6A5-81D841E9CF3A}" type="pres">
      <dgm:prSet presAssocID="{D705B8C6-EAFE-40E1-9F4A-7F24C7AAE3A3}" presName="vertSpace2b" presStyleCnt="0"/>
      <dgm:spPr/>
    </dgm:pt>
  </dgm:ptLst>
  <dgm:cxnLst>
    <dgm:cxn modelId="{3A96100E-82C8-4001-91FC-FBEC875B268B}" type="presOf" srcId="{E32426D5-840C-4839-ACD9-A334AE2B28F8}" destId="{D1446ED0-8684-4BD1-8CD0-DD9359D0FA95}" srcOrd="0" destOrd="0" presId="urn:microsoft.com/office/officeart/2008/layout/LinedList"/>
    <dgm:cxn modelId="{B353660F-E5EC-4CBF-94E0-D894F554A794}" type="presOf" srcId="{A393D493-AE64-438B-86EF-D0328F4B20ED}" destId="{30046699-613F-4139-AF59-68AB1E8BE5AC}" srcOrd="0" destOrd="0" presId="urn:microsoft.com/office/officeart/2008/layout/LinedList"/>
    <dgm:cxn modelId="{AA3A6D14-15D9-4C4E-A185-25B755B11C86}" type="presOf" srcId="{E74DF177-F939-4211-831D-41C14481FB6B}" destId="{EFA55258-E694-48D4-B01A-BBCD44B618A5}" srcOrd="0" destOrd="0" presId="urn:microsoft.com/office/officeart/2008/layout/LinedList"/>
    <dgm:cxn modelId="{1D55491E-29A7-4B92-B1FC-8C979CC3F14B}" type="presOf" srcId="{5B0AD5E9-2A6B-4222-B7BC-2E1F7EDFF469}" destId="{FA0156B4-BBC3-469F-86DA-D3034DA77B30}" srcOrd="0" destOrd="0" presId="urn:microsoft.com/office/officeart/2008/layout/LinedList"/>
    <dgm:cxn modelId="{77B76229-C5AD-4A19-AFC1-D42CA758080F}" srcId="{E74DF177-F939-4211-831D-41C14481FB6B}" destId="{D705B8C6-EAFE-40E1-9F4A-7F24C7AAE3A3}" srcOrd="4" destOrd="0" parTransId="{95D5BB05-914A-4A05-A718-FBAE480B9549}" sibTransId="{C9F7AFDB-183F-4BEA-B82A-CD1FC44C5686}"/>
    <dgm:cxn modelId="{7823592D-A51B-463D-9FA7-567BDFC74379}" srcId="{E74DF177-F939-4211-831D-41C14481FB6B}" destId="{5B0AD5E9-2A6B-4222-B7BC-2E1F7EDFF469}" srcOrd="2" destOrd="0" parTransId="{E8BB171A-C94E-4287-AED3-22A53419AACC}" sibTransId="{33756D44-53D8-446E-9D70-FC0B7E9C3949}"/>
    <dgm:cxn modelId="{FEAA032F-F03F-4231-8CF6-5832780E3BD6}" type="presOf" srcId="{97BDD967-7C6F-447D-B5F9-535798C32872}" destId="{1592A3D6-0BE3-41F3-9E81-6AC48A3A307E}" srcOrd="0" destOrd="0" presId="urn:microsoft.com/office/officeart/2008/layout/LinedList"/>
    <dgm:cxn modelId="{AEB9965F-7A7F-4E13-A5D9-7E7058B6051C}" srcId="{E74DF177-F939-4211-831D-41C14481FB6B}" destId="{A393D493-AE64-438B-86EF-D0328F4B20ED}" srcOrd="0" destOrd="0" parTransId="{86FA9590-8609-4AF2-8B84-85D56D21E70E}" sibTransId="{D0BD740B-2284-4FCE-ADDE-25B95C1B697A}"/>
    <dgm:cxn modelId="{4F062278-7685-4D07-B01D-C40780D09970}" srcId="{E74DF177-F939-4211-831D-41C14481FB6B}" destId="{97BDD967-7C6F-447D-B5F9-535798C32872}" srcOrd="3" destOrd="0" parTransId="{3B9CDEAF-D564-491E-B437-CB356D2626A2}" sibTransId="{41C073AE-0DEE-4FF5-877E-8686871C9612}"/>
    <dgm:cxn modelId="{C0BA8694-27B0-4CC1-807D-FBC18F50A40F}" srcId="{62DFFDB6-85FC-4E0B-B1A2-5877CB5E64F6}" destId="{E74DF177-F939-4211-831D-41C14481FB6B}" srcOrd="0" destOrd="0" parTransId="{4E27F765-D2D2-48F3-A996-E7117FFF9909}" sibTransId="{F454D6D9-7735-4B46-8FA0-9162400ABAB3}"/>
    <dgm:cxn modelId="{2339B5AD-B861-4BC1-A660-068424DCC498}" type="presOf" srcId="{62DFFDB6-85FC-4E0B-B1A2-5877CB5E64F6}" destId="{AD0005FE-E1C8-48C0-900B-67CAB771C8B1}" srcOrd="0" destOrd="0" presId="urn:microsoft.com/office/officeart/2008/layout/LinedList"/>
    <dgm:cxn modelId="{1CE21EEC-AC82-4692-8402-BF101BF58284}" srcId="{E74DF177-F939-4211-831D-41C14481FB6B}" destId="{E32426D5-840C-4839-ACD9-A334AE2B28F8}" srcOrd="1" destOrd="0" parTransId="{2A04913D-DCB9-4B58-ABC3-DCC2EFCE702F}" sibTransId="{5E1F68BB-5D73-44F5-AE9A-41A1CA7EE36F}"/>
    <dgm:cxn modelId="{0F46F5FB-8E47-4429-B5A0-7BE8307D5367}" type="presOf" srcId="{D705B8C6-EAFE-40E1-9F4A-7F24C7AAE3A3}" destId="{526095BC-6304-4872-9B80-2F33161F5E13}" srcOrd="0" destOrd="0" presId="urn:microsoft.com/office/officeart/2008/layout/LinedList"/>
    <dgm:cxn modelId="{EACD9409-8D8E-4B93-8F20-474D5FAEB116}" type="presParOf" srcId="{AD0005FE-E1C8-48C0-900B-67CAB771C8B1}" destId="{68CBEAB3-2CAD-421F-B432-E56F42E77B79}" srcOrd="0" destOrd="0" presId="urn:microsoft.com/office/officeart/2008/layout/LinedList"/>
    <dgm:cxn modelId="{D5EA48AC-6F1B-415F-A7F4-3BC32BE83CDA}" type="presParOf" srcId="{AD0005FE-E1C8-48C0-900B-67CAB771C8B1}" destId="{9B29BEA3-10AB-4046-8DCB-A7ED7D60F966}" srcOrd="1" destOrd="0" presId="urn:microsoft.com/office/officeart/2008/layout/LinedList"/>
    <dgm:cxn modelId="{73953CAA-B6C2-4530-8DA2-720C2EAF6684}" type="presParOf" srcId="{9B29BEA3-10AB-4046-8DCB-A7ED7D60F966}" destId="{EFA55258-E694-48D4-B01A-BBCD44B618A5}" srcOrd="0" destOrd="0" presId="urn:microsoft.com/office/officeart/2008/layout/LinedList"/>
    <dgm:cxn modelId="{85307B45-7DE8-4ED0-BC36-0A2790070926}" type="presParOf" srcId="{9B29BEA3-10AB-4046-8DCB-A7ED7D60F966}" destId="{A9496B37-6EC4-451E-BEB1-153831CB5A51}" srcOrd="1" destOrd="0" presId="urn:microsoft.com/office/officeart/2008/layout/LinedList"/>
    <dgm:cxn modelId="{89B07D43-D2A2-4B73-AF8C-3691847F6228}" type="presParOf" srcId="{A9496B37-6EC4-451E-BEB1-153831CB5A51}" destId="{A3310CB5-0E5D-429C-9D72-F6D66ACEDCF0}" srcOrd="0" destOrd="0" presId="urn:microsoft.com/office/officeart/2008/layout/LinedList"/>
    <dgm:cxn modelId="{094A7946-0D08-451D-A1A5-BE59B558E585}" type="presParOf" srcId="{A9496B37-6EC4-451E-BEB1-153831CB5A51}" destId="{09B1DEF9-65DF-41A9-A204-B1AB124E9662}" srcOrd="1" destOrd="0" presId="urn:microsoft.com/office/officeart/2008/layout/LinedList"/>
    <dgm:cxn modelId="{2071337B-9C7E-4257-B074-2C6C8D166B12}" type="presParOf" srcId="{09B1DEF9-65DF-41A9-A204-B1AB124E9662}" destId="{797B05A4-5F73-41E9-B56A-4707DA3F7E45}" srcOrd="0" destOrd="0" presId="urn:microsoft.com/office/officeart/2008/layout/LinedList"/>
    <dgm:cxn modelId="{804111A2-43C2-4CAD-916F-5705024CD6C0}" type="presParOf" srcId="{09B1DEF9-65DF-41A9-A204-B1AB124E9662}" destId="{30046699-613F-4139-AF59-68AB1E8BE5AC}" srcOrd="1" destOrd="0" presId="urn:microsoft.com/office/officeart/2008/layout/LinedList"/>
    <dgm:cxn modelId="{26BF5463-7D58-4E34-BD72-357354E1A28D}" type="presParOf" srcId="{09B1DEF9-65DF-41A9-A204-B1AB124E9662}" destId="{304010CB-E884-43D0-9D2E-0A897BF30F43}" srcOrd="2" destOrd="0" presId="urn:microsoft.com/office/officeart/2008/layout/LinedList"/>
    <dgm:cxn modelId="{092DC0D4-3ED0-4F06-8100-A1F364E85A42}" type="presParOf" srcId="{A9496B37-6EC4-451E-BEB1-153831CB5A51}" destId="{52CCFBAF-D97F-4F54-A9BA-B92A5CDCF011}" srcOrd="2" destOrd="0" presId="urn:microsoft.com/office/officeart/2008/layout/LinedList"/>
    <dgm:cxn modelId="{68020469-11A1-4D4E-9671-25E5633B0A41}" type="presParOf" srcId="{A9496B37-6EC4-451E-BEB1-153831CB5A51}" destId="{2E362BD1-7D45-4F26-AB5B-32BBED41B9EC}" srcOrd="3" destOrd="0" presId="urn:microsoft.com/office/officeart/2008/layout/LinedList"/>
    <dgm:cxn modelId="{50C324DD-AF44-4227-8C4F-840959E5A7D4}" type="presParOf" srcId="{A9496B37-6EC4-451E-BEB1-153831CB5A51}" destId="{9B064EC7-8517-4E39-8BA3-1D25550DB1E3}" srcOrd="4" destOrd="0" presId="urn:microsoft.com/office/officeart/2008/layout/LinedList"/>
    <dgm:cxn modelId="{2B90AECE-1BF0-40C8-9A45-6DFA702B1513}" type="presParOf" srcId="{9B064EC7-8517-4E39-8BA3-1D25550DB1E3}" destId="{583F8A68-84AC-4AB1-B50F-5F4CB94608D8}" srcOrd="0" destOrd="0" presId="urn:microsoft.com/office/officeart/2008/layout/LinedList"/>
    <dgm:cxn modelId="{FDB6A314-B995-4EBA-B319-37B21766318C}" type="presParOf" srcId="{9B064EC7-8517-4E39-8BA3-1D25550DB1E3}" destId="{D1446ED0-8684-4BD1-8CD0-DD9359D0FA95}" srcOrd="1" destOrd="0" presId="urn:microsoft.com/office/officeart/2008/layout/LinedList"/>
    <dgm:cxn modelId="{BA642948-C1D2-4C44-943A-24519D3552A2}" type="presParOf" srcId="{9B064EC7-8517-4E39-8BA3-1D25550DB1E3}" destId="{DC57BD3D-A269-4882-BFA5-F4B11651F1DE}" srcOrd="2" destOrd="0" presId="urn:microsoft.com/office/officeart/2008/layout/LinedList"/>
    <dgm:cxn modelId="{C0F10810-8DB8-46E8-99F6-8877BC477F49}" type="presParOf" srcId="{A9496B37-6EC4-451E-BEB1-153831CB5A51}" destId="{AE83D8A2-9E1A-4B57-8266-AA70A271A6C4}" srcOrd="5" destOrd="0" presId="urn:microsoft.com/office/officeart/2008/layout/LinedList"/>
    <dgm:cxn modelId="{E427F744-DF00-47BB-8BBE-8B56E9E88E17}" type="presParOf" srcId="{A9496B37-6EC4-451E-BEB1-153831CB5A51}" destId="{728BE1E0-AD42-4120-85C4-6F85945459E6}" srcOrd="6" destOrd="0" presId="urn:microsoft.com/office/officeart/2008/layout/LinedList"/>
    <dgm:cxn modelId="{A77D6008-3699-448F-8CC6-3F8CE51F2582}" type="presParOf" srcId="{A9496B37-6EC4-451E-BEB1-153831CB5A51}" destId="{8E73A05E-EDDD-42CD-BE67-DFA75D8AD27A}" srcOrd="7" destOrd="0" presId="urn:microsoft.com/office/officeart/2008/layout/LinedList"/>
    <dgm:cxn modelId="{ACF6DF7A-6FBB-4B75-9BBE-E047F00B6CD8}" type="presParOf" srcId="{8E73A05E-EDDD-42CD-BE67-DFA75D8AD27A}" destId="{1B4DF1CE-0B2D-4250-AB14-058BD5BF8CB1}" srcOrd="0" destOrd="0" presId="urn:microsoft.com/office/officeart/2008/layout/LinedList"/>
    <dgm:cxn modelId="{FBA43F21-BDE0-424C-9EB0-257AA65A79BA}" type="presParOf" srcId="{8E73A05E-EDDD-42CD-BE67-DFA75D8AD27A}" destId="{FA0156B4-BBC3-469F-86DA-D3034DA77B30}" srcOrd="1" destOrd="0" presId="urn:microsoft.com/office/officeart/2008/layout/LinedList"/>
    <dgm:cxn modelId="{9D53365E-E49F-4147-95D9-9FF83379549D}" type="presParOf" srcId="{8E73A05E-EDDD-42CD-BE67-DFA75D8AD27A}" destId="{87A9F258-E970-4EB1-9013-9F975AD7CE0D}" srcOrd="2" destOrd="0" presId="urn:microsoft.com/office/officeart/2008/layout/LinedList"/>
    <dgm:cxn modelId="{2F248114-1038-4215-97FA-428E85E3000D}" type="presParOf" srcId="{A9496B37-6EC4-451E-BEB1-153831CB5A51}" destId="{6D3B1BC1-3615-4A04-842F-AF8DB08DD1CD}" srcOrd="8" destOrd="0" presId="urn:microsoft.com/office/officeart/2008/layout/LinedList"/>
    <dgm:cxn modelId="{CB734FB7-C2AD-44D5-8A87-18E702017829}" type="presParOf" srcId="{A9496B37-6EC4-451E-BEB1-153831CB5A51}" destId="{71679691-5C66-43B7-9E70-2186B4D80484}" srcOrd="9" destOrd="0" presId="urn:microsoft.com/office/officeart/2008/layout/LinedList"/>
    <dgm:cxn modelId="{15F7DE45-6587-40C5-9874-8DBD0E87CCB0}" type="presParOf" srcId="{A9496B37-6EC4-451E-BEB1-153831CB5A51}" destId="{7CCC7EC4-8745-48F3-9B0D-68E9D6EB0E95}" srcOrd="10" destOrd="0" presId="urn:microsoft.com/office/officeart/2008/layout/LinedList"/>
    <dgm:cxn modelId="{A0E7BEA8-E48E-4236-A70D-F31F44561025}" type="presParOf" srcId="{7CCC7EC4-8745-48F3-9B0D-68E9D6EB0E95}" destId="{FC1EC657-FB22-43A4-9E2F-0D0DCE3F985D}" srcOrd="0" destOrd="0" presId="urn:microsoft.com/office/officeart/2008/layout/LinedList"/>
    <dgm:cxn modelId="{4209BFE2-C1FF-43F6-8A54-EB91481559D8}" type="presParOf" srcId="{7CCC7EC4-8745-48F3-9B0D-68E9D6EB0E95}" destId="{1592A3D6-0BE3-41F3-9E81-6AC48A3A307E}" srcOrd="1" destOrd="0" presId="urn:microsoft.com/office/officeart/2008/layout/LinedList"/>
    <dgm:cxn modelId="{B2CDA3CD-2253-457E-A8ED-1BC39B644FE0}" type="presParOf" srcId="{7CCC7EC4-8745-48F3-9B0D-68E9D6EB0E95}" destId="{854C5A7E-EBEA-4824-B221-035C40EE32C1}" srcOrd="2" destOrd="0" presId="urn:microsoft.com/office/officeart/2008/layout/LinedList"/>
    <dgm:cxn modelId="{95DCE1CB-EBD0-4FFD-92FF-5AD0483E1676}" type="presParOf" srcId="{A9496B37-6EC4-451E-BEB1-153831CB5A51}" destId="{5AE6C8EC-8E9B-490F-9911-0BB011D69F96}" srcOrd="11" destOrd="0" presId="urn:microsoft.com/office/officeart/2008/layout/LinedList"/>
    <dgm:cxn modelId="{38890FB8-60A0-43DB-BCF9-B8BE5D4F526C}" type="presParOf" srcId="{A9496B37-6EC4-451E-BEB1-153831CB5A51}" destId="{A1E83BE1-E192-4B33-8FB0-E5CE6413F99E}" srcOrd="12" destOrd="0" presId="urn:microsoft.com/office/officeart/2008/layout/LinedList"/>
    <dgm:cxn modelId="{9FD1BCBD-BCA8-419C-B647-F7566B512C6B}" type="presParOf" srcId="{A9496B37-6EC4-451E-BEB1-153831CB5A51}" destId="{38025710-19C9-4D7E-AF08-6B9096E13574}" srcOrd="13" destOrd="0" presId="urn:microsoft.com/office/officeart/2008/layout/LinedList"/>
    <dgm:cxn modelId="{77337961-BA56-423D-8DC2-0DBF89175563}" type="presParOf" srcId="{38025710-19C9-4D7E-AF08-6B9096E13574}" destId="{2A9051E5-4FAA-4015-A416-9CD2F5A34B26}" srcOrd="0" destOrd="0" presId="urn:microsoft.com/office/officeart/2008/layout/LinedList"/>
    <dgm:cxn modelId="{4F9327D1-8407-4666-A594-261E8110F2FB}" type="presParOf" srcId="{38025710-19C9-4D7E-AF08-6B9096E13574}" destId="{526095BC-6304-4872-9B80-2F33161F5E13}" srcOrd="1" destOrd="0" presId="urn:microsoft.com/office/officeart/2008/layout/LinedList"/>
    <dgm:cxn modelId="{2585CA48-20FB-4372-8301-C4FF4471134B}" type="presParOf" srcId="{38025710-19C9-4D7E-AF08-6B9096E13574}" destId="{EB81F94D-A77B-44A6-BCDF-0B183FC491FD}" srcOrd="2" destOrd="0" presId="urn:microsoft.com/office/officeart/2008/layout/LinedList"/>
    <dgm:cxn modelId="{450F9FBE-E764-40C5-B669-32EE40579EB0}" type="presParOf" srcId="{A9496B37-6EC4-451E-BEB1-153831CB5A51}" destId="{438C83D5-CC11-496A-802D-FBE4CD327EBD}" srcOrd="14" destOrd="0" presId="urn:microsoft.com/office/officeart/2008/layout/LinedList"/>
    <dgm:cxn modelId="{B0EC7997-9CAB-46D7-9464-7EC4AADBE1A4}" type="presParOf" srcId="{A9496B37-6EC4-451E-BEB1-153831CB5A51}" destId="{F6D340BD-FC6B-4D39-B6A5-81D841E9CF3A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C52669A-DEED-492D-BB1A-FC2676AEE6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1A1F6BE-6DC4-4C0D-997F-26B450569F23}">
      <dgm:prSet/>
      <dgm:spPr/>
      <dgm:t>
        <a:bodyPr/>
        <a:lstStyle/>
        <a:p>
          <a:r>
            <a:rPr lang="en-US"/>
            <a:t>Fee Payment Overview by Hometown</a:t>
          </a:r>
        </a:p>
      </dgm:t>
    </dgm:pt>
    <dgm:pt modelId="{F568827C-0ED9-401D-A365-07E4E7A5ECB1}" type="parTrans" cxnId="{202ECEBC-14EE-4211-A91C-287CE4890A27}">
      <dgm:prSet/>
      <dgm:spPr/>
      <dgm:t>
        <a:bodyPr/>
        <a:lstStyle/>
        <a:p>
          <a:endParaRPr lang="en-US"/>
        </a:p>
      </dgm:t>
    </dgm:pt>
    <dgm:pt modelId="{C7C5C5BE-2F81-49A5-9C6B-641511E18642}" type="sibTrans" cxnId="{202ECEBC-14EE-4211-A91C-287CE4890A27}">
      <dgm:prSet/>
      <dgm:spPr/>
      <dgm:t>
        <a:bodyPr/>
        <a:lstStyle/>
        <a:p>
          <a:endParaRPr lang="en-US"/>
        </a:p>
      </dgm:t>
    </dgm:pt>
    <dgm:pt modelId="{10E1DB54-3856-4B5A-B5FF-A757A9A16004}">
      <dgm:prSet/>
      <dgm:spPr/>
      <dgm:t>
        <a:bodyPr/>
        <a:lstStyle/>
        <a:p>
          <a:r>
            <a:rPr lang="en-US"/>
            <a:t>Room Allocation by Gender &amp; Room Type</a:t>
          </a:r>
        </a:p>
      </dgm:t>
    </dgm:pt>
    <dgm:pt modelId="{7A9EB2EB-1D9A-4A87-9DE0-DD1CDEDF856E}" type="parTrans" cxnId="{BA8E2122-C12D-4F2F-9435-E9CB2E4E9B21}">
      <dgm:prSet/>
      <dgm:spPr/>
      <dgm:t>
        <a:bodyPr/>
        <a:lstStyle/>
        <a:p>
          <a:endParaRPr lang="en-US"/>
        </a:p>
      </dgm:t>
    </dgm:pt>
    <dgm:pt modelId="{7634F927-ED9C-40E7-91AC-813FBA6A53FA}" type="sibTrans" cxnId="{BA8E2122-C12D-4F2F-9435-E9CB2E4E9B21}">
      <dgm:prSet/>
      <dgm:spPr/>
      <dgm:t>
        <a:bodyPr/>
        <a:lstStyle/>
        <a:p>
          <a:endParaRPr lang="en-US"/>
        </a:p>
      </dgm:t>
    </dgm:pt>
    <dgm:pt modelId="{6C4B0D07-30C7-44C0-BE59-C8F47D20178A}">
      <dgm:prSet/>
      <dgm:spPr/>
      <dgm:t>
        <a:bodyPr/>
        <a:lstStyle/>
        <a:p>
          <a:r>
            <a:rPr lang="en-US"/>
            <a:t>Available Room Capacity Filtering</a:t>
          </a:r>
        </a:p>
      </dgm:t>
    </dgm:pt>
    <dgm:pt modelId="{EF6420A5-A9BC-4AA6-9B25-70F6DC6AA66B}" type="parTrans" cxnId="{CE070CAC-C7D3-474B-BF9C-FD61ADB24397}">
      <dgm:prSet/>
      <dgm:spPr/>
      <dgm:t>
        <a:bodyPr/>
        <a:lstStyle/>
        <a:p>
          <a:endParaRPr lang="en-US"/>
        </a:p>
      </dgm:t>
    </dgm:pt>
    <dgm:pt modelId="{A888AD24-FA5C-4231-B444-E3150DD55E6B}" type="sibTrans" cxnId="{CE070CAC-C7D3-474B-BF9C-FD61ADB24397}">
      <dgm:prSet/>
      <dgm:spPr/>
      <dgm:t>
        <a:bodyPr/>
        <a:lstStyle/>
        <a:p>
          <a:endParaRPr lang="en-US"/>
        </a:p>
      </dgm:t>
    </dgm:pt>
    <dgm:pt modelId="{C26F2EA1-C5A1-45A2-93CB-4F5A00CD3CBF}">
      <dgm:prSet/>
      <dgm:spPr/>
      <dgm:t>
        <a:bodyPr/>
        <a:lstStyle/>
        <a:p>
          <a:r>
            <a:rPr lang="en-US"/>
            <a:t>Year-Wise Student Fee Payment Tracking</a:t>
          </a:r>
        </a:p>
      </dgm:t>
    </dgm:pt>
    <dgm:pt modelId="{1252B68F-7E25-470D-9141-E80EB51B0DC1}" type="parTrans" cxnId="{46FD2C2B-667C-42C9-B7E3-BA8B1D06A3CD}">
      <dgm:prSet/>
      <dgm:spPr/>
      <dgm:t>
        <a:bodyPr/>
        <a:lstStyle/>
        <a:p>
          <a:endParaRPr lang="en-US"/>
        </a:p>
      </dgm:t>
    </dgm:pt>
    <dgm:pt modelId="{3C0C3550-B325-462F-B909-FDFD3F696729}" type="sibTrans" cxnId="{46FD2C2B-667C-42C9-B7E3-BA8B1D06A3CD}">
      <dgm:prSet/>
      <dgm:spPr/>
      <dgm:t>
        <a:bodyPr/>
        <a:lstStyle/>
        <a:p>
          <a:endParaRPr lang="en-US"/>
        </a:p>
      </dgm:t>
    </dgm:pt>
    <dgm:pt modelId="{6DA55D57-C837-4413-9B38-2175AB582D0C}" type="pres">
      <dgm:prSet presAssocID="{4C52669A-DEED-492D-BB1A-FC2676AEE665}" presName="linear" presStyleCnt="0">
        <dgm:presLayoutVars>
          <dgm:animLvl val="lvl"/>
          <dgm:resizeHandles val="exact"/>
        </dgm:presLayoutVars>
      </dgm:prSet>
      <dgm:spPr/>
    </dgm:pt>
    <dgm:pt modelId="{1AAC4732-AC07-4D89-A2A6-D9B98EC20DAF}" type="pres">
      <dgm:prSet presAssocID="{A1A1F6BE-6DC4-4C0D-997F-26B450569F2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6134D3C-3525-491B-B2B8-5A7C8685EE82}" type="pres">
      <dgm:prSet presAssocID="{C7C5C5BE-2F81-49A5-9C6B-641511E18642}" presName="spacer" presStyleCnt="0"/>
      <dgm:spPr/>
    </dgm:pt>
    <dgm:pt modelId="{ED75762E-E431-45D5-9EFF-0F8E7B10EB67}" type="pres">
      <dgm:prSet presAssocID="{10E1DB54-3856-4B5A-B5FF-A757A9A1600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29A7389-2C63-4B5B-8E06-1421241A1D6A}" type="pres">
      <dgm:prSet presAssocID="{7634F927-ED9C-40E7-91AC-813FBA6A53FA}" presName="spacer" presStyleCnt="0"/>
      <dgm:spPr/>
    </dgm:pt>
    <dgm:pt modelId="{86292F80-489A-4DED-80AF-02B567A738DE}" type="pres">
      <dgm:prSet presAssocID="{6C4B0D07-30C7-44C0-BE59-C8F47D20178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604B2BF-4190-4F3B-9EDA-B1440C783410}" type="pres">
      <dgm:prSet presAssocID="{A888AD24-FA5C-4231-B444-E3150DD55E6B}" presName="spacer" presStyleCnt="0"/>
      <dgm:spPr/>
    </dgm:pt>
    <dgm:pt modelId="{5E10F34F-ACD8-4A3B-ADD5-BF17D5977233}" type="pres">
      <dgm:prSet presAssocID="{C26F2EA1-C5A1-45A2-93CB-4F5A00CD3CB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ADC0805-2199-44E2-A69F-2B89E45C4444}" type="presOf" srcId="{4C52669A-DEED-492D-BB1A-FC2676AEE665}" destId="{6DA55D57-C837-4413-9B38-2175AB582D0C}" srcOrd="0" destOrd="0" presId="urn:microsoft.com/office/officeart/2005/8/layout/vList2"/>
    <dgm:cxn modelId="{BA8E2122-C12D-4F2F-9435-E9CB2E4E9B21}" srcId="{4C52669A-DEED-492D-BB1A-FC2676AEE665}" destId="{10E1DB54-3856-4B5A-B5FF-A757A9A16004}" srcOrd="1" destOrd="0" parTransId="{7A9EB2EB-1D9A-4A87-9DE0-DD1CDEDF856E}" sibTransId="{7634F927-ED9C-40E7-91AC-813FBA6A53FA}"/>
    <dgm:cxn modelId="{6A478023-AF2A-47DC-AEEF-8AC5C33BDBDD}" type="presOf" srcId="{6C4B0D07-30C7-44C0-BE59-C8F47D20178A}" destId="{86292F80-489A-4DED-80AF-02B567A738DE}" srcOrd="0" destOrd="0" presId="urn:microsoft.com/office/officeart/2005/8/layout/vList2"/>
    <dgm:cxn modelId="{46FD2C2B-667C-42C9-B7E3-BA8B1D06A3CD}" srcId="{4C52669A-DEED-492D-BB1A-FC2676AEE665}" destId="{C26F2EA1-C5A1-45A2-93CB-4F5A00CD3CBF}" srcOrd="3" destOrd="0" parTransId="{1252B68F-7E25-470D-9141-E80EB51B0DC1}" sibTransId="{3C0C3550-B325-462F-B909-FDFD3F696729}"/>
    <dgm:cxn modelId="{01B98E4A-3E80-4076-B45F-08B9659FBDB8}" type="presOf" srcId="{A1A1F6BE-6DC4-4C0D-997F-26B450569F23}" destId="{1AAC4732-AC07-4D89-A2A6-D9B98EC20DAF}" srcOrd="0" destOrd="0" presId="urn:microsoft.com/office/officeart/2005/8/layout/vList2"/>
    <dgm:cxn modelId="{505E47A1-44EA-4D06-B800-AA7CAB9F8EB2}" type="presOf" srcId="{10E1DB54-3856-4B5A-B5FF-A757A9A16004}" destId="{ED75762E-E431-45D5-9EFF-0F8E7B10EB67}" srcOrd="0" destOrd="0" presId="urn:microsoft.com/office/officeart/2005/8/layout/vList2"/>
    <dgm:cxn modelId="{CE070CAC-C7D3-474B-BF9C-FD61ADB24397}" srcId="{4C52669A-DEED-492D-BB1A-FC2676AEE665}" destId="{6C4B0D07-30C7-44C0-BE59-C8F47D20178A}" srcOrd="2" destOrd="0" parTransId="{EF6420A5-A9BC-4AA6-9B25-70F6DC6AA66B}" sibTransId="{A888AD24-FA5C-4231-B444-E3150DD55E6B}"/>
    <dgm:cxn modelId="{202ECEBC-14EE-4211-A91C-287CE4890A27}" srcId="{4C52669A-DEED-492D-BB1A-FC2676AEE665}" destId="{A1A1F6BE-6DC4-4C0D-997F-26B450569F23}" srcOrd="0" destOrd="0" parTransId="{F568827C-0ED9-401D-A365-07E4E7A5ECB1}" sibTransId="{C7C5C5BE-2F81-49A5-9C6B-641511E18642}"/>
    <dgm:cxn modelId="{E5683BE6-C741-4BE6-A1E0-9E4EBAB09A91}" type="presOf" srcId="{C26F2EA1-C5A1-45A2-93CB-4F5A00CD3CBF}" destId="{5E10F34F-ACD8-4A3B-ADD5-BF17D5977233}" srcOrd="0" destOrd="0" presId="urn:microsoft.com/office/officeart/2005/8/layout/vList2"/>
    <dgm:cxn modelId="{BA70343E-0322-44E0-9801-DB3E0109455D}" type="presParOf" srcId="{6DA55D57-C837-4413-9B38-2175AB582D0C}" destId="{1AAC4732-AC07-4D89-A2A6-D9B98EC20DAF}" srcOrd="0" destOrd="0" presId="urn:microsoft.com/office/officeart/2005/8/layout/vList2"/>
    <dgm:cxn modelId="{9AD6868C-AF9E-451B-84E2-4024A892B09C}" type="presParOf" srcId="{6DA55D57-C837-4413-9B38-2175AB582D0C}" destId="{06134D3C-3525-491B-B2B8-5A7C8685EE82}" srcOrd="1" destOrd="0" presId="urn:microsoft.com/office/officeart/2005/8/layout/vList2"/>
    <dgm:cxn modelId="{21278743-0EB2-4837-B74D-21F3607B527B}" type="presParOf" srcId="{6DA55D57-C837-4413-9B38-2175AB582D0C}" destId="{ED75762E-E431-45D5-9EFF-0F8E7B10EB67}" srcOrd="2" destOrd="0" presId="urn:microsoft.com/office/officeart/2005/8/layout/vList2"/>
    <dgm:cxn modelId="{0808F40A-EC04-4C8E-AE22-C7A2783FE2E0}" type="presParOf" srcId="{6DA55D57-C837-4413-9B38-2175AB582D0C}" destId="{329A7389-2C63-4B5B-8E06-1421241A1D6A}" srcOrd="3" destOrd="0" presId="urn:microsoft.com/office/officeart/2005/8/layout/vList2"/>
    <dgm:cxn modelId="{9E4328F3-C3A1-4AE3-AC5D-229F2D2E84FC}" type="presParOf" srcId="{6DA55D57-C837-4413-9B38-2175AB582D0C}" destId="{86292F80-489A-4DED-80AF-02B567A738DE}" srcOrd="4" destOrd="0" presId="urn:microsoft.com/office/officeart/2005/8/layout/vList2"/>
    <dgm:cxn modelId="{D701C510-5E17-4C99-B3D3-B4FA5FBD1183}" type="presParOf" srcId="{6DA55D57-C837-4413-9B38-2175AB582D0C}" destId="{8604B2BF-4190-4F3B-9EDA-B1440C783410}" srcOrd="5" destOrd="0" presId="urn:microsoft.com/office/officeart/2005/8/layout/vList2"/>
    <dgm:cxn modelId="{017C6619-F8C4-41B1-B49C-CBE680440A7E}" type="presParOf" srcId="{6DA55D57-C837-4413-9B38-2175AB582D0C}" destId="{5E10F34F-ACD8-4A3B-ADD5-BF17D597723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60D4DBB-03C9-44BA-A0E0-C7DA182C0A0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1945F78-E2DA-4701-B01A-0D4C950DE2AA}">
      <dgm:prSet/>
      <dgm:spPr/>
      <dgm:t>
        <a:bodyPr/>
        <a:lstStyle/>
        <a:p>
          <a:r>
            <a:rPr lang="en-US"/>
            <a:t>I successfully built normalized star schemas with clear dimension relationships.</a:t>
          </a:r>
        </a:p>
      </dgm:t>
    </dgm:pt>
    <dgm:pt modelId="{46BF1847-57EC-4675-A005-ACF53C46E468}" type="parTrans" cxnId="{EBF36AAA-487A-419C-873E-031C4BCC265E}">
      <dgm:prSet/>
      <dgm:spPr/>
      <dgm:t>
        <a:bodyPr/>
        <a:lstStyle/>
        <a:p>
          <a:endParaRPr lang="en-US"/>
        </a:p>
      </dgm:t>
    </dgm:pt>
    <dgm:pt modelId="{4779F37B-4DF9-4367-A689-12BEFCD213C1}" type="sibTrans" cxnId="{EBF36AAA-487A-419C-873E-031C4BCC265E}">
      <dgm:prSet/>
      <dgm:spPr/>
      <dgm:t>
        <a:bodyPr/>
        <a:lstStyle/>
        <a:p>
          <a:endParaRPr lang="en-US"/>
        </a:p>
      </dgm:t>
    </dgm:pt>
    <dgm:pt modelId="{01283C49-D46C-4D31-AC17-DC2D1D937651}">
      <dgm:prSet/>
      <dgm:spPr/>
      <dgm:t>
        <a:bodyPr/>
        <a:lstStyle/>
        <a:p>
          <a:r>
            <a:rPr lang="en-US"/>
            <a:t>Both cubes deployed without error in SSAS.</a:t>
          </a:r>
        </a:p>
      </dgm:t>
    </dgm:pt>
    <dgm:pt modelId="{B82E58C8-096A-4BAD-AE02-034785288655}" type="parTrans" cxnId="{0EBD10B1-12A9-40C7-BF4E-ED31DF010F05}">
      <dgm:prSet/>
      <dgm:spPr/>
      <dgm:t>
        <a:bodyPr/>
        <a:lstStyle/>
        <a:p>
          <a:endParaRPr lang="en-US"/>
        </a:p>
      </dgm:t>
    </dgm:pt>
    <dgm:pt modelId="{A8E39BD5-E7A1-40B3-BEFD-C357E1BAC495}" type="sibTrans" cxnId="{0EBD10B1-12A9-40C7-BF4E-ED31DF010F05}">
      <dgm:prSet/>
      <dgm:spPr/>
      <dgm:t>
        <a:bodyPr/>
        <a:lstStyle/>
        <a:p>
          <a:endParaRPr lang="en-US"/>
        </a:p>
      </dgm:t>
    </dgm:pt>
    <dgm:pt modelId="{06915EF8-6CD3-459B-9538-201599505BED}">
      <dgm:prSet/>
      <dgm:spPr/>
      <dgm:t>
        <a:bodyPr/>
        <a:lstStyle/>
        <a:p>
          <a:r>
            <a:rPr lang="en-US"/>
            <a:t>PivotTables in Excel made insights easy to generate.</a:t>
          </a:r>
        </a:p>
      </dgm:t>
    </dgm:pt>
    <dgm:pt modelId="{6625079F-A026-4C15-92F8-BBE06034DD83}" type="parTrans" cxnId="{B5024EEF-C61B-4C59-AD26-0AB5DCE873FD}">
      <dgm:prSet/>
      <dgm:spPr/>
      <dgm:t>
        <a:bodyPr/>
        <a:lstStyle/>
        <a:p>
          <a:endParaRPr lang="en-US"/>
        </a:p>
      </dgm:t>
    </dgm:pt>
    <dgm:pt modelId="{3E23F6EC-D468-47CC-951D-F1DB8037D50F}" type="sibTrans" cxnId="{B5024EEF-C61B-4C59-AD26-0AB5DCE873FD}">
      <dgm:prSet/>
      <dgm:spPr/>
      <dgm:t>
        <a:bodyPr/>
        <a:lstStyle/>
        <a:p>
          <a:endParaRPr lang="en-US"/>
        </a:p>
      </dgm:t>
    </dgm:pt>
    <dgm:pt modelId="{E2F0CBB9-8D5E-4730-AD26-7422E9D59AD3}">
      <dgm:prSet/>
      <dgm:spPr/>
      <dgm:t>
        <a:bodyPr/>
        <a:lstStyle/>
        <a:p>
          <a:r>
            <a:rPr lang="en-US" dirty="0"/>
            <a:t>I handled data mapping and relationship building.</a:t>
          </a:r>
        </a:p>
      </dgm:t>
    </dgm:pt>
    <dgm:pt modelId="{70D31F10-EBEC-4157-8B35-4F2C4FE3A45C}" type="parTrans" cxnId="{81044FC6-8143-4E17-B9F5-7971EBCF23D4}">
      <dgm:prSet/>
      <dgm:spPr/>
      <dgm:t>
        <a:bodyPr/>
        <a:lstStyle/>
        <a:p>
          <a:endParaRPr lang="en-US"/>
        </a:p>
      </dgm:t>
    </dgm:pt>
    <dgm:pt modelId="{5181DF6F-5F72-4D50-9FF8-A821F8D99060}" type="sibTrans" cxnId="{81044FC6-8143-4E17-B9F5-7971EBCF23D4}">
      <dgm:prSet/>
      <dgm:spPr/>
      <dgm:t>
        <a:bodyPr/>
        <a:lstStyle/>
        <a:p>
          <a:endParaRPr lang="en-US"/>
        </a:p>
      </dgm:t>
    </dgm:pt>
    <dgm:pt modelId="{B52807CD-8CF9-4054-87DF-B235BD015FA6}">
      <dgm:prSet/>
      <dgm:spPr/>
      <dgm:t>
        <a:bodyPr/>
        <a:lstStyle/>
        <a:p>
          <a:r>
            <a:rPr lang="en-US" dirty="0"/>
            <a:t>My understanding of multidimensional modeling improved significantly.</a:t>
          </a:r>
        </a:p>
      </dgm:t>
    </dgm:pt>
    <dgm:pt modelId="{54563285-DE9E-4AC2-8BDC-98D4221753B5}" type="parTrans" cxnId="{5E05ECC5-05A6-4C9A-B98F-B71480A40DD9}">
      <dgm:prSet/>
      <dgm:spPr/>
      <dgm:t>
        <a:bodyPr/>
        <a:lstStyle/>
        <a:p>
          <a:endParaRPr lang="en-US"/>
        </a:p>
      </dgm:t>
    </dgm:pt>
    <dgm:pt modelId="{09156B42-FC43-4AC3-A5F8-3D9F0F76C886}" type="sibTrans" cxnId="{5E05ECC5-05A6-4C9A-B98F-B71480A40DD9}">
      <dgm:prSet/>
      <dgm:spPr/>
      <dgm:t>
        <a:bodyPr/>
        <a:lstStyle/>
        <a:p>
          <a:endParaRPr lang="en-US"/>
        </a:p>
      </dgm:t>
    </dgm:pt>
    <dgm:pt modelId="{A8643843-7123-4F42-B9CD-CC10FF251567}" type="pres">
      <dgm:prSet presAssocID="{360D4DBB-03C9-44BA-A0E0-C7DA182C0A04}" presName="root" presStyleCnt="0">
        <dgm:presLayoutVars>
          <dgm:dir/>
          <dgm:resizeHandles val="exact"/>
        </dgm:presLayoutVars>
      </dgm:prSet>
      <dgm:spPr/>
    </dgm:pt>
    <dgm:pt modelId="{A57FD4D2-171C-49D5-800D-B5A5DEC906EA}" type="pres">
      <dgm:prSet presAssocID="{A1945F78-E2DA-4701-B01A-0D4C950DE2AA}" presName="compNode" presStyleCnt="0"/>
      <dgm:spPr/>
    </dgm:pt>
    <dgm:pt modelId="{509B74A6-395E-4744-8974-80414DEBC9C4}" type="pres">
      <dgm:prSet presAssocID="{A1945F78-E2DA-4701-B01A-0D4C950DE2AA}" presName="bgRect" presStyleLbl="bgShp" presStyleIdx="0" presStyleCnt="5"/>
      <dgm:spPr/>
    </dgm:pt>
    <dgm:pt modelId="{D037AAB5-046D-47C5-9212-E22ECF734A27}" type="pres">
      <dgm:prSet presAssocID="{A1945F78-E2DA-4701-B01A-0D4C950DE2A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AADF2FC3-9131-42E9-8F4A-DD03BB6BAA91}" type="pres">
      <dgm:prSet presAssocID="{A1945F78-E2DA-4701-B01A-0D4C950DE2AA}" presName="spaceRect" presStyleCnt="0"/>
      <dgm:spPr/>
    </dgm:pt>
    <dgm:pt modelId="{BE9DB73D-556A-4F24-B599-A8A9099A63CC}" type="pres">
      <dgm:prSet presAssocID="{A1945F78-E2DA-4701-B01A-0D4C950DE2AA}" presName="parTx" presStyleLbl="revTx" presStyleIdx="0" presStyleCnt="5">
        <dgm:presLayoutVars>
          <dgm:chMax val="0"/>
          <dgm:chPref val="0"/>
        </dgm:presLayoutVars>
      </dgm:prSet>
      <dgm:spPr/>
    </dgm:pt>
    <dgm:pt modelId="{379CB155-BA8B-4861-9A57-09252B8307E8}" type="pres">
      <dgm:prSet presAssocID="{4779F37B-4DF9-4367-A689-12BEFCD213C1}" presName="sibTrans" presStyleCnt="0"/>
      <dgm:spPr/>
    </dgm:pt>
    <dgm:pt modelId="{26C25E20-0DEE-4B27-96C7-1D2CF03B9CC0}" type="pres">
      <dgm:prSet presAssocID="{01283C49-D46C-4D31-AC17-DC2D1D937651}" presName="compNode" presStyleCnt="0"/>
      <dgm:spPr/>
    </dgm:pt>
    <dgm:pt modelId="{1B9F3B12-8FAD-4DDC-9285-6CE8D1BE30BB}" type="pres">
      <dgm:prSet presAssocID="{01283C49-D46C-4D31-AC17-DC2D1D937651}" presName="bgRect" presStyleLbl="bgShp" presStyleIdx="1" presStyleCnt="5"/>
      <dgm:spPr/>
    </dgm:pt>
    <dgm:pt modelId="{7BD80F20-2E5E-4F47-954E-84FC3017A540}" type="pres">
      <dgm:prSet presAssocID="{01283C49-D46C-4D31-AC17-DC2D1D93765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80BAB8BF-E787-4564-A48D-2921E04328A8}" type="pres">
      <dgm:prSet presAssocID="{01283C49-D46C-4D31-AC17-DC2D1D937651}" presName="spaceRect" presStyleCnt="0"/>
      <dgm:spPr/>
    </dgm:pt>
    <dgm:pt modelId="{1EB733C1-2BC2-4EFC-B63B-EF9BEF332113}" type="pres">
      <dgm:prSet presAssocID="{01283C49-D46C-4D31-AC17-DC2D1D937651}" presName="parTx" presStyleLbl="revTx" presStyleIdx="1" presStyleCnt="5">
        <dgm:presLayoutVars>
          <dgm:chMax val="0"/>
          <dgm:chPref val="0"/>
        </dgm:presLayoutVars>
      </dgm:prSet>
      <dgm:spPr/>
    </dgm:pt>
    <dgm:pt modelId="{31028697-DE28-4B39-91D1-5BBDE9F28E0F}" type="pres">
      <dgm:prSet presAssocID="{A8E39BD5-E7A1-40B3-BEFD-C357E1BAC495}" presName="sibTrans" presStyleCnt="0"/>
      <dgm:spPr/>
    </dgm:pt>
    <dgm:pt modelId="{D39C7AA4-EA5A-4888-9AEF-07BFF3D05792}" type="pres">
      <dgm:prSet presAssocID="{06915EF8-6CD3-459B-9538-201599505BED}" presName="compNode" presStyleCnt="0"/>
      <dgm:spPr/>
    </dgm:pt>
    <dgm:pt modelId="{17756D6F-16BD-470F-A99F-A0745FEF199F}" type="pres">
      <dgm:prSet presAssocID="{06915EF8-6CD3-459B-9538-201599505BED}" presName="bgRect" presStyleLbl="bgShp" presStyleIdx="2" presStyleCnt="5"/>
      <dgm:spPr/>
    </dgm:pt>
    <dgm:pt modelId="{69954716-B9BC-4FA0-A8A2-D437ECE0418D}" type="pres">
      <dgm:prSet presAssocID="{06915EF8-6CD3-459B-9538-201599505BE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637BE2A-671D-4F68-BD9D-5127962B1FCD}" type="pres">
      <dgm:prSet presAssocID="{06915EF8-6CD3-459B-9538-201599505BED}" presName="spaceRect" presStyleCnt="0"/>
      <dgm:spPr/>
    </dgm:pt>
    <dgm:pt modelId="{6C21FFB3-E32C-46F7-8F22-C511EFABCD9E}" type="pres">
      <dgm:prSet presAssocID="{06915EF8-6CD3-459B-9538-201599505BED}" presName="parTx" presStyleLbl="revTx" presStyleIdx="2" presStyleCnt="5">
        <dgm:presLayoutVars>
          <dgm:chMax val="0"/>
          <dgm:chPref val="0"/>
        </dgm:presLayoutVars>
      </dgm:prSet>
      <dgm:spPr/>
    </dgm:pt>
    <dgm:pt modelId="{AD26EBEF-2F54-4704-8FE1-46A957550EA2}" type="pres">
      <dgm:prSet presAssocID="{3E23F6EC-D468-47CC-951D-F1DB8037D50F}" presName="sibTrans" presStyleCnt="0"/>
      <dgm:spPr/>
    </dgm:pt>
    <dgm:pt modelId="{2429D2E3-DF59-445F-953D-BB1517508D15}" type="pres">
      <dgm:prSet presAssocID="{E2F0CBB9-8D5E-4730-AD26-7422E9D59AD3}" presName="compNode" presStyleCnt="0"/>
      <dgm:spPr/>
    </dgm:pt>
    <dgm:pt modelId="{B2D22AA5-7F2B-4B60-90DD-29312FC4B8B4}" type="pres">
      <dgm:prSet presAssocID="{E2F0CBB9-8D5E-4730-AD26-7422E9D59AD3}" presName="bgRect" presStyleLbl="bgShp" presStyleIdx="3" presStyleCnt="5"/>
      <dgm:spPr/>
    </dgm:pt>
    <dgm:pt modelId="{2F6471E9-5F4E-4A02-A5D4-A77BA336CD64}" type="pres">
      <dgm:prSet presAssocID="{E2F0CBB9-8D5E-4730-AD26-7422E9D59AD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9872244-0FE7-4D8E-AED0-4CF1C8C14A06}" type="pres">
      <dgm:prSet presAssocID="{E2F0CBB9-8D5E-4730-AD26-7422E9D59AD3}" presName="spaceRect" presStyleCnt="0"/>
      <dgm:spPr/>
    </dgm:pt>
    <dgm:pt modelId="{17B613FF-A6F2-4E63-BFD4-84FDF2DFFAC3}" type="pres">
      <dgm:prSet presAssocID="{E2F0CBB9-8D5E-4730-AD26-7422E9D59AD3}" presName="parTx" presStyleLbl="revTx" presStyleIdx="3" presStyleCnt="5">
        <dgm:presLayoutVars>
          <dgm:chMax val="0"/>
          <dgm:chPref val="0"/>
        </dgm:presLayoutVars>
      </dgm:prSet>
      <dgm:spPr/>
    </dgm:pt>
    <dgm:pt modelId="{68A1043D-BA6C-47D4-BE76-5BDA321F448B}" type="pres">
      <dgm:prSet presAssocID="{5181DF6F-5F72-4D50-9FF8-A821F8D99060}" presName="sibTrans" presStyleCnt="0"/>
      <dgm:spPr/>
    </dgm:pt>
    <dgm:pt modelId="{A086D89F-A8BC-4BFC-982F-BA945B87A3B9}" type="pres">
      <dgm:prSet presAssocID="{B52807CD-8CF9-4054-87DF-B235BD015FA6}" presName="compNode" presStyleCnt="0"/>
      <dgm:spPr/>
    </dgm:pt>
    <dgm:pt modelId="{C602DC34-88A9-48A8-BFA7-AFC147D7EF82}" type="pres">
      <dgm:prSet presAssocID="{B52807CD-8CF9-4054-87DF-B235BD015FA6}" presName="bgRect" presStyleLbl="bgShp" presStyleIdx="4" presStyleCnt="5"/>
      <dgm:spPr/>
    </dgm:pt>
    <dgm:pt modelId="{C280260E-6220-4681-963A-88507A6FFD3F}" type="pres">
      <dgm:prSet presAssocID="{B52807CD-8CF9-4054-87DF-B235BD015FA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7F25CF5-5A26-439E-84B9-E5A629305CB3}" type="pres">
      <dgm:prSet presAssocID="{B52807CD-8CF9-4054-87DF-B235BD015FA6}" presName="spaceRect" presStyleCnt="0"/>
      <dgm:spPr/>
    </dgm:pt>
    <dgm:pt modelId="{4BBC2D7D-0C0B-4F9A-92E1-A77D45D7FA93}" type="pres">
      <dgm:prSet presAssocID="{B52807CD-8CF9-4054-87DF-B235BD015FA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E851C3B-13C0-4C37-950B-695360BB4650}" type="presOf" srcId="{06915EF8-6CD3-459B-9538-201599505BED}" destId="{6C21FFB3-E32C-46F7-8F22-C511EFABCD9E}" srcOrd="0" destOrd="0" presId="urn:microsoft.com/office/officeart/2018/2/layout/IconVerticalSolidList"/>
    <dgm:cxn modelId="{692EAE41-CE52-4F0F-90D3-32554CAB9589}" type="presOf" srcId="{E2F0CBB9-8D5E-4730-AD26-7422E9D59AD3}" destId="{17B613FF-A6F2-4E63-BFD4-84FDF2DFFAC3}" srcOrd="0" destOrd="0" presId="urn:microsoft.com/office/officeart/2018/2/layout/IconVerticalSolidList"/>
    <dgm:cxn modelId="{30731D6D-AA20-4312-B380-F6336694811A}" type="presOf" srcId="{A1945F78-E2DA-4701-B01A-0D4C950DE2AA}" destId="{BE9DB73D-556A-4F24-B599-A8A9099A63CC}" srcOrd="0" destOrd="0" presId="urn:microsoft.com/office/officeart/2018/2/layout/IconVerticalSolidList"/>
    <dgm:cxn modelId="{8E7C1357-CE5E-4CD6-A8EB-CD1944E4CE57}" type="presOf" srcId="{01283C49-D46C-4D31-AC17-DC2D1D937651}" destId="{1EB733C1-2BC2-4EFC-B63B-EF9BEF332113}" srcOrd="0" destOrd="0" presId="urn:microsoft.com/office/officeart/2018/2/layout/IconVerticalSolidList"/>
    <dgm:cxn modelId="{3A5BCE57-BC42-4DE7-A849-0832A1A391B2}" type="presOf" srcId="{360D4DBB-03C9-44BA-A0E0-C7DA182C0A04}" destId="{A8643843-7123-4F42-B9CD-CC10FF251567}" srcOrd="0" destOrd="0" presId="urn:microsoft.com/office/officeart/2018/2/layout/IconVerticalSolidList"/>
    <dgm:cxn modelId="{CA49CA85-104B-45E2-8559-2CF1C9E583FF}" type="presOf" srcId="{B52807CD-8CF9-4054-87DF-B235BD015FA6}" destId="{4BBC2D7D-0C0B-4F9A-92E1-A77D45D7FA93}" srcOrd="0" destOrd="0" presId="urn:microsoft.com/office/officeart/2018/2/layout/IconVerticalSolidList"/>
    <dgm:cxn modelId="{EBF36AAA-487A-419C-873E-031C4BCC265E}" srcId="{360D4DBB-03C9-44BA-A0E0-C7DA182C0A04}" destId="{A1945F78-E2DA-4701-B01A-0D4C950DE2AA}" srcOrd="0" destOrd="0" parTransId="{46BF1847-57EC-4675-A005-ACF53C46E468}" sibTransId="{4779F37B-4DF9-4367-A689-12BEFCD213C1}"/>
    <dgm:cxn modelId="{0EBD10B1-12A9-40C7-BF4E-ED31DF010F05}" srcId="{360D4DBB-03C9-44BA-A0E0-C7DA182C0A04}" destId="{01283C49-D46C-4D31-AC17-DC2D1D937651}" srcOrd="1" destOrd="0" parTransId="{B82E58C8-096A-4BAD-AE02-034785288655}" sibTransId="{A8E39BD5-E7A1-40B3-BEFD-C357E1BAC495}"/>
    <dgm:cxn modelId="{5E05ECC5-05A6-4C9A-B98F-B71480A40DD9}" srcId="{360D4DBB-03C9-44BA-A0E0-C7DA182C0A04}" destId="{B52807CD-8CF9-4054-87DF-B235BD015FA6}" srcOrd="4" destOrd="0" parTransId="{54563285-DE9E-4AC2-8BDC-98D4221753B5}" sibTransId="{09156B42-FC43-4AC3-A5F8-3D9F0F76C886}"/>
    <dgm:cxn modelId="{81044FC6-8143-4E17-B9F5-7971EBCF23D4}" srcId="{360D4DBB-03C9-44BA-A0E0-C7DA182C0A04}" destId="{E2F0CBB9-8D5E-4730-AD26-7422E9D59AD3}" srcOrd="3" destOrd="0" parTransId="{70D31F10-EBEC-4157-8B35-4F2C4FE3A45C}" sibTransId="{5181DF6F-5F72-4D50-9FF8-A821F8D99060}"/>
    <dgm:cxn modelId="{B5024EEF-C61B-4C59-AD26-0AB5DCE873FD}" srcId="{360D4DBB-03C9-44BA-A0E0-C7DA182C0A04}" destId="{06915EF8-6CD3-459B-9538-201599505BED}" srcOrd="2" destOrd="0" parTransId="{6625079F-A026-4C15-92F8-BBE06034DD83}" sibTransId="{3E23F6EC-D468-47CC-951D-F1DB8037D50F}"/>
    <dgm:cxn modelId="{366BF6B9-034C-4027-A368-32D133ADA566}" type="presParOf" srcId="{A8643843-7123-4F42-B9CD-CC10FF251567}" destId="{A57FD4D2-171C-49D5-800D-B5A5DEC906EA}" srcOrd="0" destOrd="0" presId="urn:microsoft.com/office/officeart/2018/2/layout/IconVerticalSolidList"/>
    <dgm:cxn modelId="{863A9BEE-3CD6-4C65-8106-9FD6769631D1}" type="presParOf" srcId="{A57FD4D2-171C-49D5-800D-B5A5DEC906EA}" destId="{509B74A6-395E-4744-8974-80414DEBC9C4}" srcOrd="0" destOrd="0" presId="urn:microsoft.com/office/officeart/2018/2/layout/IconVerticalSolidList"/>
    <dgm:cxn modelId="{509EDF43-1BF3-422D-BF43-B5B817790FA4}" type="presParOf" srcId="{A57FD4D2-171C-49D5-800D-B5A5DEC906EA}" destId="{D037AAB5-046D-47C5-9212-E22ECF734A27}" srcOrd="1" destOrd="0" presId="urn:microsoft.com/office/officeart/2018/2/layout/IconVerticalSolidList"/>
    <dgm:cxn modelId="{FDCB0885-8DE5-429F-94A6-D8CA1A9F2CB6}" type="presParOf" srcId="{A57FD4D2-171C-49D5-800D-B5A5DEC906EA}" destId="{AADF2FC3-9131-42E9-8F4A-DD03BB6BAA91}" srcOrd="2" destOrd="0" presId="urn:microsoft.com/office/officeart/2018/2/layout/IconVerticalSolidList"/>
    <dgm:cxn modelId="{89736095-FC09-4576-A1B1-009C7A02AF9F}" type="presParOf" srcId="{A57FD4D2-171C-49D5-800D-B5A5DEC906EA}" destId="{BE9DB73D-556A-4F24-B599-A8A9099A63CC}" srcOrd="3" destOrd="0" presId="urn:microsoft.com/office/officeart/2018/2/layout/IconVerticalSolidList"/>
    <dgm:cxn modelId="{9C122CD4-CBF8-4EB1-86DF-29405259B339}" type="presParOf" srcId="{A8643843-7123-4F42-B9CD-CC10FF251567}" destId="{379CB155-BA8B-4861-9A57-09252B8307E8}" srcOrd="1" destOrd="0" presId="urn:microsoft.com/office/officeart/2018/2/layout/IconVerticalSolidList"/>
    <dgm:cxn modelId="{C219D4F1-370A-4A48-8C32-81CC3CA30D2D}" type="presParOf" srcId="{A8643843-7123-4F42-B9CD-CC10FF251567}" destId="{26C25E20-0DEE-4B27-96C7-1D2CF03B9CC0}" srcOrd="2" destOrd="0" presId="urn:microsoft.com/office/officeart/2018/2/layout/IconVerticalSolidList"/>
    <dgm:cxn modelId="{0E3633EA-797D-438A-B9A0-A1E10DF586A4}" type="presParOf" srcId="{26C25E20-0DEE-4B27-96C7-1D2CF03B9CC0}" destId="{1B9F3B12-8FAD-4DDC-9285-6CE8D1BE30BB}" srcOrd="0" destOrd="0" presId="urn:microsoft.com/office/officeart/2018/2/layout/IconVerticalSolidList"/>
    <dgm:cxn modelId="{CB573B1E-8C02-4A88-8706-767C3D3FBB30}" type="presParOf" srcId="{26C25E20-0DEE-4B27-96C7-1D2CF03B9CC0}" destId="{7BD80F20-2E5E-4F47-954E-84FC3017A540}" srcOrd="1" destOrd="0" presId="urn:microsoft.com/office/officeart/2018/2/layout/IconVerticalSolidList"/>
    <dgm:cxn modelId="{8BB0396A-7E0E-49F5-A9DC-DDC9929727B0}" type="presParOf" srcId="{26C25E20-0DEE-4B27-96C7-1D2CF03B9CC0}" destId="{80BAB8BF-E787-4564-A48D-2921E04328A8}" srcOrd="2" destOrd="0" presId="urn:microsoft.com/office/officeart/2018/2/layout/IconVerticalSolidList"/>
    <dgm:cxn modelId="{4160CA92-E676-405C-B82E-C99A981A570A}" type="presParOf" srcId="{26C25E20-0DEE-4B27-96C7-1D2CF03B9CC0}" destId="{1EB733C1-2BC2-4EFC-B63B-EF9BEF332113}" srcOrd="3" destOrd="0" presId="urn:microsoft.com/office/officeart/2018/2/layout/IconVerticalSolidList"/>
    <dgm:cxn modelId="{B29626AE-A4B2-4FD8-B212-0E624E5CAA83}" type="presParOf" srcId="{A8643843-7123-4F42-B9CD-CC10FF251567}" destId="{31028697-DE28-4B39-91D1-5BBDE9F28E0F}" srcOrd="3" destOrd="0" presId="urn:microsoft.com/office/officeart/2018/2/layout/IconVerticalSolidList"/>
    <dgm:cxn modelId="{CC0C5EB8-20F9-4E5D-9A48-C0B458D17A78}" type="presParOf" srcId="{A8643843-7123-4F42-B9CD-CC10FF251567}" destId="{D39C7AA4-EA5A-4888-9AEF-07BFF3D05792}" srcOrd="4" destOrd="0" presId="urn:microsoft.com/office/officeart/2018/2/layout/IconVerticalSolidList"/>
    <dgm:cxn modelId="{8880D152-9527-4B7D-9B1D-BEEF642A337D}" type="presParOf" srcId="{D39C7AA4-EA5A-4888-9AEF-07BFF3D05792}" destId="{17756D6F-16BD-470F-A99F-A0745FEF199F}" srcOrd="0" destOrd="0" presId="urn:microsoft.com/office/officeart/2018/2/layout/IconVerticalSolidList"/>
    <dgm:cxn modelId="{A6D247CF-416C-4F45-B83C-9420B7B2E9AA}" type="presParOf" srcId="{D39C7AA4-EA5A-4888-9AEF-07BFF3D05792}" destId="{69954716-B9BC-4FA0-A8A2-D437ECE0418D}" srcOrd="1" destOrd="0" presId="urn:microsoft.com/office/officeart/2018/2/layout/IconVerticalSolidList"/>
    <dgm:cxn modelId="{57AA451F-D6B8-494F-BF08-5434B418BE25}" type="presParOf" srcId="{D39C7AA4-EA5A-4888-9AEF-07BFF3D05792}" destId="{D637BE2A-671D-4F68-BD9D-5127962B1FCD}" srcOrd="2" destOrd="0" presId="urn:microsoft.com/office/officeart/2018/2/layout/IconVerticalSolidList"/>
    <dgm:cxn modelId="{38A94039-B170-45C5-B1C4-BE78D60A32A5}" type="presParOf" srcId="{D39C7AA4-EA5A-4888-9AEF-07BFF3D05792}" destId="{6C21FFB3-E32C-46F7-8F22-C511EFABCD9E}" srcOrd="3" destOrd="0" presId="urn:microsoft.com/office/officeart/2018/2/layout/IconVerticalSolidList"/>
    <dgm:cxn modelId="{E02A78EB-177A-4569-AA47-5832834818A9}" type="presParOf" srcId="{A8643843-7123-4F42-B9CD-CC10FF251567}" destId="{AD26EBEF-2F54-4704-8FE1-46A957550EA2}" srcOrd="5" destOrd="0" presId="urn:microsoft.com/office/officeart/2018/2/layout/IconVerticalSolidList"/>
    <dgm:cxn modelId="{A1D6E44B-6503-4384-834A-5DE3783CCB0A}" type="presParOf" srcId="{A8643843-7123-4F42-B9CD-CC10FF251567}" destId="{2429D2E3-DF59-445F-953D-BB1517508D15}" srcOrd="6" destOrd="0" presId="urn:microsoft.com/office/officeart/2018/2/layout/IconVerticalSolidList"/>
    <dgm:cxn modelId="{03B1C971-B1B0-4E8D-9F2F-32D3AA1FC4C6}" type="presParOf" srcId="{2429D2E3-DF59-445F-953D-BB1517508D15}" destId="{B2D22AA5-7F2B-4B60-90DD-29312FC4B8B4}" srcOrd="0" destOrd="0" presId="urn:microsoft.com/office/officeart/2018/2/layout/IconVerticalSolidList"/>
    <dgm:cxn modelId="{C9893968-8554-4D6C-8F19-0E8872A71A27}" type="presParOf" srcId="{2429D2E3-DF59-445F-953D-BB1517508D15}" destId="{2F6471E9-5F4E-4A02-A5D4-A77BA336CD64}" srcOrd="1" destOrd="0" presId="urn:microsoft.com/office/officeart/2018/2/layout/IconVerticalSolidList"/>
    <dgm:cxn modelId="{6AE4AD04-677F-4908-A491-1B14E5FFD366}" type="presParOf" srcId="{2429D2E3-DF59-445F-953D-BB1517508D15}" destId="{C9872244-0FE7-4D8E-AED0-4CF1C8C14A06}" srcOrd="2" destOrd="0" presId="urn:microsoft.com/office/officeart/2018/2/layout/IconVerticalSolidList"/>
    <dgm:cxn modelId="{7BEAFE0F-13A0-4178-86AE-C6B3FF0DCA90}" type="presParOf" srcId="{2429D2E3-DF59-445F-953D-BB1517508D15}" destId="{17B613FF-A6F2-4E63-BFD4-84FDF2DFFAC3}" srcOrd="3" destOrd="0" presId="urn:microsoft.com/office/officeart/2018/2/layout/IconVerticalSolidList"/>
    <dgm:cxn modelId="{B2319646-7C1C-442C-A13B-E576B36D93FC}" type="presParOf" srcId="{A8643843-7123-4F42-B9CD-CC10FF251567}" destId="{68A1043D-BA6C-47D4-BE76-5BDA321F448B}" srcOrd="7" destOrd="0" presId="urn:microsoft.com/office/officeart/2018/2/layout/IconVerticalSolidList"/>
    <dgm:cxn modelId="{80C716C1-81E7-4B9E-8CA8-DACDFB5C5DEF}" type="presParOf" srcId="{A8643843-7123-4F42-B9CD-CC10FF251567}" destId="{A086D89F-A8BC-4BFC-982F-BA945B87A3B9}" srcOrd="8" destOrd="0" presId="urn:microsoft.com/office/officeart/2018/2/layout/IconVerticalSolidList"/>
    <dgm:cxn modelId="{1F4220AC-7892-40E1-93D8-9620A7E8AAAB}" type="presParOf" srcId="{A086D89F-A8BC-4BFC-982F-BA945B87A3B9}" destId="{C602DC34-88A9-48A8-BFA7-AFC147D7EF82}" srcOrd="0" destOrd="0" presId="urn:microsoft.com/office/officeart/2018/2/layout/IconVerticalSolidList"/>
    <dgm:cxn modelId="{7B6597BB-8A23-45EF-ABAB-FDEB1459591B}" type="presParOf" srcId="{A086D89F-A8BC-4BFC-982F-BA945B87A3B9}" destId="{C280260E-6220-4681-963A-88507A6FFD3F}" srcOrd="1" destOrd="0" presId="urn:microsoft.com/office/officeart/2018/2/layout/IconVerticalSolidList"/>
    <dgm:cxn modelId="{218CEAF4-2017-47B7-8896-310D0AF7CCD2}" type="presParOf" srcId="{A086D89F-A8BC-4BFC-982F-BA945B87A3B9}" destId="{27F25CF5-5A26-439E-84B9-E5A629305CB3}" srcOrd="2" destOrd="0" presId="urn:microsoft.com/office/officeart/2018/2/layout/IconVerticalSolidList"/>
    <dgm:cxn modelId="{58354886-5D11-444E-A58E-94D0B7DBE4A2}" type="presParOf" srcId="{A086D89F-A8BC-4BFC-982F-BA945B87A3B9}" destId="{4BBC2D7D-0C0B-4F9A-92E1-A77D45D7FA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CA0C635-3F48-445B-97E8-11FED9B2C3E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8F316D8-619D-412A-AE7A-7F8C206DC6B2}">
      <dgm:prSet/>
      <dgm:spPr/>
      <dgm:t>
        <a:bodyPr/>
        <a:lstStyle/>
        <a:p>
          <a:r>
            <a:rPr lang="en-US" dirty="0"/>
            <a:t>I faced data type mapping errors while exporting from Access to SSAS.</a:t>
          </a:r>
        </a:p>
      </dgm:t>
    </dgm:pt>
    <dgm:pt modelId="{FA594844-3C96-4CCF-B669-A785FD0F9AA0}" type="parTrans" cxnId="{FE96AF4F-98F7-4AEE-8E39-C28A443E0D28}">
      <dgm:prSet/>
      <dgm:spPr/>
      <dgm:t>
        <a:bodyPr/>
        <a:lstStyle/>
        <a:p>
          <a:endParaRPr lang="en-US"/>
        </a:p>
      </dgm:t>
    </dgm:pt>
    <dgm:pt modelId="{099B26FF-46E9-47ED-A82B-47169A8E8CF1}" type="sibTrans" cxnId="{FE96AF4F-98F7-4AEE-8E39-C28A443E0D28}">
      <dgm:prSet/>
      <dgm:spPr/>
      <dgm:t>
        <a:bodyPr/>
        <a:lstStyle/>
        <a:p>
          <a:endParaRPr lang="en-US"/>
        </a:p>
      </dgm:t>
    </dgm:pt>
    <dgm:pt modelId="{12B177E7-8AA0-437C-B724-8CED9793734E}">
      <dgm:prSet/>
      <dgm:spPr/>
      <dgm:t>
        <a:bodyPr/>
        <a:lstStyle/>
        <a:p>
          <a:r>
            <a:rPr lang="en-US" dirty="0"/>
            <a:t>I was not able to figure out how to use the </a:t>
          </a:r>
          <a:r>
            <a:rPr lang="en-US" dirty="0" err="1"/>
            <a:t>PaymentDate</a:t>
          </a:r>
          <a:r>
            <a:rPr lang="en-US" dirty="0"/>
            <a:t> to identify students who did not pay their fees, since missing dates can't be easily queried in a cube.</a:t>
          </a:r>
        </a:p>
      </dgm:t>
    </dgm:pt>
    <dgm:pt modelId="{E2DA878B-D5B7-44A4-93D9-DDFE78FA5638}" type="parTrans" cxnId="{EEB582E1-3F32-4FD8-961A-186A14C99CA4}">
      <dgm:prSet/>
      <dgm:spPr/>
      <dgm:t>
        <a:bodyPr/>
        <a:lstStyle/>
        <a:p>
          <a:endParaRPr lang="en-US"/>
        </a:p>
      </dgm:t>
    </dgm:pt>
    <dgm:pt modelId="{AE06CD57-F3CE-46EE-965A-1975F9ED3CCD}" type="sibTrans" cxnId="{EEB582E1-3F32-4FD8-961A-186A14C99CA4}">
      <dgm:prSet/>
      <dgm:spPr/>
      <dgm:t>
        <a:bodyPr/>
        <a:lstStyle/>
        <a:p>
          <a:endParaRPr lang="en-US"/>
        </a:p>
      </dgm:t>
    </dgm:pt>
    <dgm:pt modelId="{76DB50D2-2B58-4AB0-89C7-E9374FB1EA8D}">
      <dgm:prSet/>
      <dgm:spPr/>
      <dgm:t>
        <a:bodyPr/>
        <a:lstStyle/>
        <a:p>
          <a:r>
            <a:rPr lang="en-US" dirty="0"/>
            <a:t>I faced challenges while connecting the room allocation dimension to the fact table without causing cross joins or Cartesian products.</a:t>
          </a:r>
        </a:p>
      </dgm:t>
    </dgm:pt>
    <dgm:pt modelId="{42CE222A-A377-47CD-A96D-7E02C097D4E5}" type="parTrans" cxnId="{0C4ABA1D-4E67-4E6B-A9A8-4CE7470AC0AC}">
      <dgm:prSet/>
      <dgm:spPr/>
      <dgm:t>
        <a:bodyPr/>
        <a:lstStyle/>
        <a:p>
          <a:endParaRPr lang="en-US"/>
        </a:p>
      </dgm:t>
    </dgm:pt>
    <dgm:pt modelId="{1910E54E-D053-41D3-A306-CCCBA83AFE97}" type="sibTrans" cxnId="{0C4ABA1D-4E67-4E6B-A9A8-4CE7470AC0AC}">
      <dgm:prSet/>
      <dgm:spPr/>
      <dgm:t>
        <a:bodyPr/>
        <a:lstStyle/>
        <a:p>
          <a:endParaRPr lang="en-US"/>
        </a:p>
      </dgm:t>
    </dgm:pt>
    <dgm:pt modelId="{1CF3BD3A-019D-4612-A7E4-EACEA8688D15}" type="pres">
      <dgm:prSet presAssocID="{3CA0C635-3F48-445B-97E8-11FED9B2C3EA}" presName="linear" presStyleCnt="0">
        <dgm:presLayoutVars>
          <dgm:animLvl val="lvl"/>
          <dgm:resizeHandles val="exact"/>
        </dgm:presLayoutVars>
      </dgm:prSet>
      <dgm:spPr/>
    </dgm:pt>
    <dgm:pt modelId="{A33B088D-DBE1-423B-815C-8A1BAA96DDE7}" type="pres">
      <dgm:prSet presAssocID="{38F316D8-619D-412A-AE7A-7F8C206DC6B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1170C72-C35C-40D8-A6A6-EC9277A1F0B7}" type="pres">
      <dgm:prSet presAssocID="{099B26FF-46E9-47ED-A82B-47169A8E8CF1}" presName="spacer" presStyleCnt="0"/>
      <dgm:spPr/>
    </dgm:pt>
    <dgm:pt modelId="{D85A7AFE-B0B9-4236-B398-579C5C22E410}" type="pres">
      <dgm:prSet presAssocID="{12B177E7-8AA0-437C-B724-8CED9793734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66D581E-7A09-472E-BC48-8853A622696D}" type="pres">
      <dgm:prSet presAssocID="{AE06CD57-F3CE-46EE-965A-1975F9ED3CCD}" presName="spacer" presStyleCnt="0"/>
      <dgm:spPr/>
    </dgm:pt>
    <dgm:pt modelId="{7CBE0E78-CCF6-4462-915F-FCA390DBE6BF}" type="pres">
      <dgm:prSet presAssocID="{76DB50D2-2B58-4AB0-89C7-E9374FB1EA8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0AB460F-AAAB-459D-856A-EEF615BA80DE}" type="presOf" srcId="{12B177E7-8AA0-437C-B724-8CED9793734E}" destId="{D85A7AFE-B0B9-4236-B398-579C5C22E410}" srcOrd="0" destOrd="0" presId="urn:microsoft.com/office/officeart/2005/8/layout/vList2"/>
    <dgm:cxn modelId="{0C4ABA1D-4E67-4E6B-A9A8-4CE7470AC0AC}" srcId="{3CA0C635-3F48-445B-97E8-11FED9B2C3EA}" destId="{76DB50D2-2B58-4AB0-89C7-E9374FB1EA8D}" srcOrd="2" destOrd="0" parTransId="{42CE222A-A377-47CD-A96D-7E02C097D4E5}" sibTransId="{1910E54E-D053-41D3-A306-CCCBA83AFE97}"/>
    <dgm:cxn modelId="{BD176427-20D8-4225-85B1-CE4EB804878B}" type="presOf" srcId="{38F316D8-619D-412A-AE7A-7F8C206DC6B2}" destId="{A33B088D-DBE1-423B-815C-8A1BAA96DDE7}" srcOrd="0" destOrd="0" presId="urn:microsoft.com/office/officeart/2005/8/layout/vList2"/>
    <dgm:cxn modelId="{FE96AF4F-98F7-4AEE-8E39-C28A443E0D28}" srcId="{3CA0C635-3F48-445B-97E8-11FED9B2C3EA}" destId="{38F316D8-619D-412A-AE7A-7F8C206DC6B2}" srcOrd="0" destOrd="0" parTransId="{FA594844-3C96-4CCF-B669-A785FD0F9AA0}" sibTransId="{099B26FF-46E9-47ED-A82B-47169A8E8CF1}"/>
    <dgm:cxn modelId="{69654774-81C7-4188-8338-DA2466632681}" type="presOf" srcId="{3CA0C635-3F48-445B-97E8-11FED9B2C3EA}" destId="{1CF3BD3A-019D-4612-A7E4-EACEA8688D15}" srcOrd="0" destOrd="0" presId="urn:microsoft.com/office/officeart/2005/8/layout/vList2"/>
    <dgm:cxn modelId="{A2B1648B-2FD5-4CD0-A299-EE29FF259094}" type="presOf" srcId="{76DB50D2-2B58-4AB0-89C7-E9374FB1EA8D}" destId="{7CBE0E78-CCF6-4462-915F-FCA390DBE6BF}" srcOrd="0" destOrd="0" presId="urn:microsoft.com/office/officeart/2005/8/layout/vList2"/>
    <dgm:cxn modelId="{EEB582E1-3F32-4FD8-961A-186A14C99CA4}" srcId="{3CA0C635-3F48-445B-97E8-11FED9B2C3EA}" destId="{12B177E7-8AA0-437C-B724-8CED9793734E}" srcOrd="1" destOrd="0" parTransId="{E2DA878B-D5B7-44A4-93D9-DDFE78FA5638}" sibTransId="{AE06CD57-F3CE-46EE-965A-1975F9ED3CCD}"/>
    <dgm:cxn modelId="{FA1E7D83-DE42-460D-B522-9B2CF67E981D}" type="presParOf" srcId="{1CF3BD3A-019D-4612-A7E4-EACEA8688D15}" destId="{A33B088D-DBE1-423B-815C-8A1BAA96DDE7}" srcOrd="0" destOrd="0" presId="urn:microsoft.com/office/officeart/2005/8/layout/vList2"/>
    <dgm:cxn modelId="{AAE4DB03-91FD-46DC-A920-E37A817F647C}" type="presParOf" srcId="{1CF3BD3A-019D-4612-A7E4-EACEA8688D15}" destId="{51170C72-C35C-40D8-A6A6-EC9277A1F0B7}" srcOrd="1" destOrd="0" presId="urn:microsoft.com/office/officeart/2005/8/layout/vList2"/>
    <dgm:cxn modelId="{B74847D6-7C53-402C-8D5E-B47A6D2B6DB1}" type="presParOf" srcId="{1CF3BD3A-019D-4612-A7E4-EACEA8688D15}" destId="{D85A7AFE-B0B9-4236-B398-579C5C22E410}" srcOrd="2" destOrd="0" presId="urn:microsoft.com/office/officeart/2005/8/layout/vList2"/>
    <dgm:cxn modelId="{2AA08BAE-B48C-4CAE-8B47-B3DC4FC2831F}" type="presParOf" srcId="{1CF3BD3A-019D-4612-A7E4-EACEA8688D15}" destId="{266D581E-7A09-472E-BC48-8853A622696D}" srcOrd="3" destOrd="0" presId="urn:microsoft.com/office/officeart/2005/8/layout/vList2"/>
    <dgm:cxn modelId="{04EB47AB-2B9A-4CC0-832B-758F3CF695F4}" type="presParOf" srcId="{1CF3BD3A-019D-4612-A7E4-EACEA8688D15}" destId="{7CBE0E78-CCF6-4462-915F-FCA390DBE6B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75AC533-CAB6-4D6B-AE0D-70EA705F0DF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4B6B338-F9A0-4F3F-98CA-C4DDA762FE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Conduct a thorough assessment of source data and its format before starting the project.</a:t>
          </a:r>
        </a:p>
      </dgm:t>
    </dgm:pt>
    <dgm:pt modelId="{A6C9140C-AFF3-4389-8515-DB0762A1C6B4}" type="parTrans" cxnId="{889C078B-7C17-4155-975D-F5D50C80C791}">
      <dgm:prSet/>
      <dgm:spPr/>
      <dgm:t>
        <a:bodyPr/>
        <a:lstStyle/>
        <a:p>
          <a:endParaRPr lang="en-US"/>
        </a:p>
      </dgm:t>
    </dgm:pt>
    <dgm:pt modelId="{8B0F6AFE-1EAB-49EE-A0DE-4CA91AE90CE6}" type="sibTrans" cxnId="{889C078B-7C17-4155-975D-F5D50C80C791}">
      <dgm:prSet/>
      <dgm:spPr/>
      <dgm:t>
        <a:bodyPr/>
        <a:lstStyle/>
        <a:p>
          <a:endParaRPr lang="en-US"/>
        </a:p>
      </dgm:t>
    </dgm:pt>
    <dgm:pt modelId="{9DAA8F6E-2560-44C4-90FC-7C56FFDBD9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 realized that every time I made a small change in the database, I had to redo the entire ETL manually. </a:t>
          </a:r>
        </a:p>
      </dgm:t>
    </dgm:pt>
    <dgm:pt modelId="{98087540-E849-427D-A1BD-10297FB00E49}" type="parTrans" cxnId="{21F86149-344E-404C-9202-3F18532CA3A6}">
      <dgm:prSet/>
      <dgm:spPr/>
      <dgm:t>
        <a:bodyPr/>
        <a:lstStyle/>
        <a:p>
          <a:endParaRPr lang="en-US"/>
        </a:p>
      </dgm:t>
    </dgm:pt>
    <dgm:pt modelId="{3A33F79E-A145-4BB1-9F36-01390D12A2ED}" type="sibTrans" cxnId="{21F86149-344E-404C-9202-3F18532CA3A6}">
      <dgm:prSet/>
      <dgm:spPr/>
      <dgm:t>
        <a:bodyPr/>
        <a:lstStyle/>
        <a:p>
          <a:endParaRPr lang="en-US"/>
        </a:p>
      </dgm:t>
    </dgm:pt>
    <dgm:pt modelId="{3F781A65-132D-4369-A033-48980EDC7A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 </a:t>
          </a:r>
          <a:r>
            <a:rPr lang="en-US" dirty="0"/>
            <a:t>next time, I will </a:t>
          </a:r>
          <a:r>
            <a:rPr lang="en-US" b="1" dirty="0"/>
            <a:t>invest time in creating reusable templates and scripts for ETL tasks</a:t>
          </a:r>
          <a:r>
            <a:rPr lang="en-US" dirty="0"/>
            <a:t> to save effort and reduce errors.</a:t>
          </a:r>
        </a:p>
      </dgm:t>
    </dgm:pt>
    <dgm:pt modelId="{F4D2D1A7-CD39-4E0D-B8BC-C861C794CF5D}" type="parTrans" cxnId="{71645902-0EBB-423E-BDE1-B8BEC1E3A8A8}">
      <dgm:prSet/>
      <dgm:spPr/>
      <dgm:t>
        <a:bodyPr/>
        <a:lstStyle/>
        <a:p>
          <a:endParaRPr lang="en-US"/>
        </a:p>
      </dgm:t>
    </dgm:pt>
    <dgm:pt modelId="{3F62D1F9-2D26-488F-8E45-B86AB006D87D}" type="sibTrans" cxnId="{71645902-0EBB-423E-BDE1-B8BEC1E3A8A8}">
      <dgm:prSet/>
      <dgm:spPr/>
      <dgm:t>
        <a:bodyPr/>
        <a:lstStyle/>
        <a:p>
          <a:endParaRPr lang="en-US"/>
        </a:p>
      </dgm:t>
    </dgm:pt>
    <dgm:pt modelId="{13B62AC9-A2FD-472E-B7E3-330F5861E2AA}" type="pres">
      <dgm:prSet presAssocID="{775AC533-CAB6-4D6B-AE0D-70EA705F0DF2}" presName="root" presStyleCnt="0">
        <dgm:presLayoutVars>
          <dgm:dir/>
          <dgm:resizeHandles val="exact"/>
        </dgm:presLayoutVars>
      </dgm:prSet>
      <dgm:spPr/>
    </dgm:pt>
    <dgm:pt modelId="{D97785BF-3FB8-45FF-8626-E1230EA39EB6}" type="pres">
      <dgm:prSet presAssocID="{14B6B338-F9A0-4F3F-98CA-C4DDA762FE22}" presName="compNode" presStyleCnt="0"/>
      <dgm:spPr/>
    </dgm:pt>
    <dgm:pt modelId="{0173B01C-1253-4F6A-9936-E5C86F90CB42}" type="pres">
      <dgm:prSet presAssocID="{14B6B338-F9A0-4F3F-98CA-C4DDA762FE22}" presName="bgRect" presStyleLbl="bgShp" presStyleIdx="0" presStyleCnt="3"/>
      <dgm:spPr/>
    </dgm:pt>
    <dgm:pt modelId="{42CA856A-A74F-473A-ADB9-FE0410A5D869}" type="pres">
      <dgm:prSet presAssocID="{14B6B338-F9A0-4F3F-98CA-C4DDA762FE2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5A8A1033-86B9-41EE-9EF3-9790C045CCB5}" type="pres">
      <dgm:prSet presAssocID="{14B6B338-F9A0-4F3F-98CA-C4DDA762FE22}" presName="spaceRect" presStyleCnt="0"/>
      <dgm:spPr/>
    </dgm:pt>
    <dgm:pt modelId="{85EEFF3C-6F57-4381-B33E-9E84946E3402}" type="pres">
      <dgm:prSet presAssocID="{14B6B338-F9A0-4F3F-98CA-C4DDA762FE22}" presName="parTx" presStyleLbl="revTx" presStyleIdx="0" presStyleCnt="3">
        <dgm:presLayoutVars>
          <dgm:chMax val="0"/>
          <dgm:chPref val="0"/>
        </dgm:presLayoutVars>
      </dgm:prSet>
      <dgm:spPr/>
    </dgm:pt>
    <dgm:pt modelId="{1150D5AC-148A-4021-85A3-36C85E9A4661}" type="pres">
      <dgm:prSet presAssocID="{8B0F6AFE-1EAB-49EE-A0DE-4CA91AE90CE6}" presName="sibTrans" presStyleCnt="0"/>
      <dgm:spPr/>
    </dgm:pt>
    <dgm:pt modelId="{ED012726-2783-4C49-8789-A97512529B81}" type="pres">
      <dgm:prSet presAssocID="{9DAA8F6E-2560-44C4-90FC-7C56FFDBD957}" presName="compNode" presStyleCnt="0"/>
      <dgm:spPr/>
    </dgm:pt>
    <dgm:pt modelId="{B31F16C3-25DD-4291-8A4E-DD4D417DB8CF}" type="pres">
      <dgm:prSet presAssocID="{9DAA8F6E-2560-44C4-90FC-7C56FFDBD957}" presName="bgRect" presStyleLbl="bgShp" presStyleIdx="1" presStyleCnt="3"/>
      <dgm:spPr/>
    </dgm:pt>
    <dgm:pt modelId="{FCC5D2FF-4DC5-419A-8610-9A2D95C6783A}" type="pres">
      <dgm:prSet presAssocID="{9DAA8F6E-2560-44C4-90FC-7C56FFDBD95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CDEFEC5-4417-4F32-B54D-D3FA136165BD}" type="pres">
      <dgm:prSet presAssocID="{9DAA8F6E-2560-44C4-90FC-7C56FFDBD957}" presName="spaceRect" presStyleCnt="0"/>
      <dgm:spPr/>
    </dgm:pt>
    <dgm:pt modelId="{8F4BBFAF-4019-442C-A21F-941BB6C1030A}" type="pres">
      <dgm:prSet presAssocID="{9DAA8F6E-2560-44C4-90FC-7C56FFDBD957}" presName="parTx" presStyleLbl="revTx" presStyleIdx="1" presStyleCnt="3">
        <dgm:presLayoutVars>
          <dgm:chMax val="0"/>
          <dgm:chPref val="0"/>
        </dgm:presLayoutVars>
      </dgm:prSet>
      <dgm:spPr/>
    </dgm:pt>
    <dgm:pt modelId="{2778E19F-8848-45C2-90DB-594F7C9CBFDF}" type="pres">
      <dgm:prSet presAssocID="{3A33F79E-A145-4BB1-9F36-01390D12A2ED}" presName="sibTrans" presStyleCnt="0"/>
      <dgm:spPr/>
    </dgm:pt>
    <dgm:pt modelId="{D491E577-2000-467A-AB13-B6D4F223BF54}" type="pres">
      <dgm:prSet presAssocID="{3F781A65-132D-4369-A033-48980EDC7AE2}" presName="compNode" presStyleCnt="0"/>
      <dgm:spPr/>
    </dgm:pt>
    <dgm:pt modelId="{5FDD1870-92ED-412C-B3CD-6A2BDEB554CE}" type="pres">
      <dgm:prSet presAssocID="{3F781A65-132D-4369-A033-48980EDC7AE2}" presName="bgRect" presStyleLbl="bgShp" presStyleIdx="2" presStyleCnt="3"/>
      <dgm:spPr/>
    </dgm:pt>
    <dgm:pt modelId="{972C3F8C-9183-4E91-844E-B46BEA65945E}" type="pres">
      <dgm:prSet presAssocID="{3F781A65-132D-4369-A033-48980EDC7AE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78C5952-4C27-44CC-9963-D476F2494CF5}" type="pres">
      <dgm:prSet presAssocID="{3F781A65-132D-4369-A033-48980EDC7AE2}" presName="spaceRect" presStyleCnt="0"/>
      <dgm:spPr/>
    </dgm:pt>
    <dgm:pt modelId="{4CF8BC3C-BC1E-483F-94FE-C839692E6C13}" type="pres">
      <dgm:prSet presAssocID="{3F781A65-132D-4369-A033-48980EDC7AE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1645902-0EBB-423E-BDE1-B8BEC1E3A8A8}" srcId="{775AC533-CAB6-4D6B-AE0D-70EA705F0DF2}" destId="{3F781A65-132D-4369-A033-48980EDC7AE2}" srcOrd="2" destOrd="0" parTransId="{F4D2D1A7-CD39-4E0D-B8BC-C861C794CF5D}" sibTransId="{3F62D1F9-2D26-488F-8E45-B86AB006D87D}"/>
    <dgm:cxn modelId="{2409072D-1B79-4F12-9CEC-FCFA5DFFA1C2}" type="presOf" srcId="{775AC533-CAB6-4D6B-AE0D-70EA705F0DF2}" destId="{13B62AC9-A2FD-472E-B7E3-330F5861E2AA}" srcOrd="0" destOrd="0" presId="urn:microsoft.com/office/officeart/2018/2/layout/IconVerticalSolidList"/>
    <dgm:cxn modelId="{752B7533-142C-4240-96DB-3A31666785F2}" type="presOf" srcId="{3F781A65-132D-4369-A033-48980EDC7AE2}" destId="{4CF8BC3C-BC1E-483F-94FE-C839692E6C13}" srcOrd="0" destOrd="0" presId="urn:microsoft.com/office/officeart/2018/2/layout/IconVerticalSolidList"/>
    <dgm:cxn modelId="{21F86149-344E-404C-9202-3F18532CA3A6}" srcId="{775AC533-CAB6-4D6B-AE0D-70EA705F0DF2}" destId="{9DAA8F6E-2560-44C4-90FC-7C56FFDBD957}" srcOrd="1" destOrd="0" parTransId="{98087540-E849-427D-A1BD-10297FB00E49}" sibTransId="{3A33F79E-A145-4BB1-9F36-01390D12A2ED}"/>
    <dgm:cxn modelId="{889C078B-7C17-4155-975D-F5D50C80C791}" srcId="{775AC533-CAB6-4D6B-AE0D-70EA705F0DF2}" destId="{14B6B338-F9A0-4F3F-98CA-C4DDA762FE22}" srcOrd="0" destOrd="0" parTransId="{A6C9140C-AFF3-4389-8515-DB0762A1C6B4}" sibTransId="{8B0F6AFE-1EAB-49EE-A0DE-4CA91AE90CE6}"/>
    <dgm:cxn modelId="{3698A1C1-4CFC-4EB5-B820-5A20A5DD3DBF}" type="presOf" srcId="{9DAA8F6E-2560-44C4-90FC-7C56FFDBD957}" destId="{8F4BBFAF-4019-442C-A21F-941BB6C1030A}" srcOrd="0" destOrd="0" presId="urn:microsoft.com/office/officeart/2018/2/layout/IconVerticalSolidList"/>
    <dgm:cxn modelId="{8354A1E1-879E-47A5-A990-A141C598C7E9}" type="presOf" srcId="{14B6B338-F9A0-4F3F-98CA-C4DDA762FE22}" destId="{85EEFF3C-6F57-4381-B33E-9E84946E3402}" srcOrd="0" destOrd="0" presId="urn:microsoft.com/office/officeart/2018/2/layout/IconVerticalSolidList"/>
    <dgm:cxn modelId="{A646F76E-F244-4E8A-B502-7C6ED8784F2D}" type="presParOf" srcId="{13B62AC9-A2FD-472E-B7E3-330F5861E2AA}" destId="{D97785BF-3FB8-45FF-8626-E1230EA39EB6}" srcOrd="0" destOrd="0" presId="urn:microsoft.com/office/officeart/2018/2/layout/IconVerticalSolidList"/>
    <dgm:cxn modelId="{200F3689-42FC-44AF-9664-5E29D9DB3CFB}" type="presParOf" srcId="{D97785BF-3FB8-45FF-8626-E1230EA39EB6}" destId="{0173B01C-1253-4F6A-9936-E5C86F90CB42}" srcOrd="0" destOrd="0" presId="urn:microsoft.com/office/officeart/2018/2/layout/IconVerticalSolidList"/>
    <dgm:cxn modelId="{D130A1B7-04D4-444C-A33E-8CA0B0ACA1D3}" type="presParOf" srcId="{D97785BF-3FB8-45FF-8626-E1230EA39EB6}" destId="{42CA856A-A74F-473A-ADB9-FE0410A5D869}" srcOrd="1" destOrd="0" presId="urn:microsoft.com/office/officeart/2018/2/layout/IconVerticalSolidList"/>
    <dgm:cxn modelId="{544C5C3E-3C2D-4893-A880-E42F960434B2}" type="presParOf" srcId="{D97785BF-3FB8-45FF-8626-E1230EA39EB6}" destId="{5A8A1033-86B9-41EE-9EF3-9790C045CCB5}" srcOrd="2" destOrd="0" presId="urn:microsoft.com/office/officeart/2018/2/layout/IconVerticalSolidList"/>
    <dgm:cxn modelId="{1C1D3B0F-23C1-4C8F-B48B-DB1712BD9389}" type="presParOf" srcId="{D97785BF-3FB8-45FF-8626-E1230EA39EB6}" destId="{85EEFF3C-6F57-4381-B33E-9E84946E3402}" srcOrd="3" destOrd="0" presId="urn:microsoft.com/office/officeart/2018/2/layout/IconVerticalSolidList"/>
    <dgm:cxn modelId="{0A44266A-99AE-4D7A-AB57-A644CBB11080}" type="presParOf" srcId="{13B62AC9-A2FD-472E-B7E3-330F5861E2AA}" destId="{1150D5AC-148A-4021-85A3-36C85E9A4661}" srcOrd="1" destOrd="0" presId="urn:microsoft.com/office/officeart/2018/2/layout/IconVerticalSolidList"/>
    <dgm:cxn modelId="{4D9A71D2-5BA7-46BC-9A77-5E119B8CDC28}" type="presParOf" srcId="{13B62AC9-A2FD-472E-B7E3-330F5861E2AA}" destId="{ED012726-2783-4C49-8789-A97512529B81}" srcOrd="2" destOrd="0" presId="urn:microsoft.com/office/officeart/2018/2/layout/IconVerticalSolidList"/>
    <dgm:cxn modelId="{A5878C24-BE7B-469F-8D84-8C24C8784DB6}" type="presParOf" srcId="{ED012726-2783-4C49-8789-A97512529B81}" destId="{B31F16C3-25DD-4291-8A4E-DD4D417DB8CF}" srcOrd="0" destOrd="0" presId="urn:microsoft.com/office/officeart/2018/2/layout/IconVerticalSolidList"/>
    <dgm:cxn modelId="{268A42BB-F0A0-4387-B11A-ACCE14F93DC7}" type="presParOf" srcId="{ED012726-2783-4C49-8789-A97512529B81}" destId="{FCC5D2FF-4DC5-419A-8610-9A2D95C6783A}" srcOrd="1" destOrd="0" presId="urn:microsoft.com/office/officeart/2018/2/layout/IconVerticalSolidList"/>
    <dgm:cxn modelId="{37CC18F3-96DB-4E8D-84ED-F952FFE3A353}" type="presParOf" srcId="{ED012726-2783-4C49-8789-A97512529B81}" destId="{CCDEFEC5-4417-4F32-B54D-D3FA136165BD}" srcOrd="2" destOrd="0" presId="urn:microsoft.com/office/officeart/2018/2/layout/IconVerticalSolidList"/>
    <dgm:cxn modelId="{5E129293-434B-46E3-AE4E-0C16EF8523A2}" type="presParOf" srcId="{ED012726-2783-4C49-8789-A97512529B81}" destId="{8F4BBFAF-4019-442C-A21F-941BB6C1030A}" srcOrd="3" destOrd="0" presId="urn:microsoft.com/office/officeart/2018/2/layout/IconVerticalSolidList"/>
    <dgm:cxn modelId="{8EEAE7F5-A0C4-495D-B33B-1A2FE7FF2736}" type="presParOf" srcId="{13B62AC9-A2FD-472E-B7E3-330F5861E2AA}" destId="{2778E19F-8848-45C2-90DB-594F7C9CBFDF}" srcOrd="3" destOrd="0" presId="urn:microsoft.com/office/officeart/2018/2/layout/IconVerticalSolidList"/>
    <dgm:cxn modelId="{AC12D3CA-F14C-469C-A285-D7FF69524EAE}" type="presParOf" srcId="{13B62AC9-A2FD-472E-B7E3-330F5861E2AA}" destId="{D491E577-2000-467A-AB13-B6D4F223BF54}" srcOrd="4" destOrd="0" presId="urn:microsoft.com/office/officeart/2018/2/layout/IconVerticalSolidList"/>
    <dgm:cxn modelId="{C1E2E6E6-4A0E-45FA-AA72-D5B707349853}" type="presParOf" srcId="{D491E577-2000-467A-AB13-B6D4F223BF54}" destId="{5FDD1870-92ED-412C-B3CD-6A2BDEB554CE}" srcOrd="0" destOrd="0" presId="urn:microsoft.com/office/officeart/2018/2/layout/IconVerticalSolidList"/>
    <dgm:cxn modelId="{3D5E1A21-896A-4602-8AA1-962558223008}" type="presParOf" srcId="{D491E577-2000-467A-AB13-B6D4F223BF54}" destId="{972C3F8C-9183-4E91-844E-B46BEA65945E}" srcOrd="1" destOrd="0" presId="urn:microsoft.com/office/officeart/2018/2/layout/IconVerticalSolidList"/>
    <dgm:cxn modelId="{0C66C5A4-EA89-4362-90E4-BDF0103BD6FA}" type="presParOf" srcId="{D491E577-2000-467A-AB13-B6D4F223BF54}" destId="{E78C5952-4C27-44CC-9963-D476F2494CF5}" srcOrd="2" destOrd="0" presId="urn:microsoft.com/office/officeart/2018/2/layout/IconVerticalSolidList"/>
    <dgm:cxn modelId="{33435C64-EACC-4FB9-B6A5-2A59548B91A7}" type="presParOf" srcId="{D491E577-2000-467A-AB13-B6D4F223BF54}" destId="{4CF8BC3C-BC1E-483F-94FE-C839692E6C1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7771DD0-755C-44C0-9B14-30789327136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BBC8ED-355A-42CF-ACF8-B045275D2B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 want to connect this cube to Power BI and build a live dashboard.</a:t>
          </a:r>
        </a:p>
      </dgm:t>
    </dgm:pt>
    <dgm:pt modelId="{21D72C1B-D1E7-44B7-92FB-97354CEBBB6D}" type="parTrans" cxnId="{CB861E0E-7926-44CC-998E-6D37B01812DA}">
      <dgm:prSet/>
      <dgm:spPr/>
      <dgm:t>
        <a:bodyPr/>
        <a:lstStyle/>
        <a:p>
          <a:endParaRPr lang="en-US"/>
        </a:p>
      </dgm:t>
    </dgm:pt>
    <dgm:pt modelId="{04293AA2-7F8D-4D01-ACCD-44FB4DF0D832}" type="sibTrans" cxnId="{CB861E0E-7926-44CC-998E-6D37B01812DA}">
      <dgm:prSet/>
      <dgm:spPr/>
      <dgm:t>
        <a:bodyPr/>
        <a:lstStyle/>
        <a:p>
          <a:endParaRPr lang="en-US"/>
        </a:p>
      </dgm:t>
    </dgm:pt>
    <dgm:pt modelId="{C486DD86-C896-4F14-A1B7-AA26963136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I’d also love to automate fee reminders or room allocation alerts.</a:t>
          </a:r>
        </a:p>
      </dgm:t>
    </dgm:pt>
    <dgm:pt modelId="{09A9496D-CF0E-4227-9504-AB278B711EFA}" type="parTrans" cxnId="{18CEC155-3901-4ACE-9D2B-DD7A54971F77}">
      <dgm:prSet/>
      <dgm:spPr/>
      <dgm:t>
        <a:bodyPr/>
        <a:lstStyle/>
        <a:p>
          <a:endParaRPr lang="en-US"/>
        </a:p>
      </dgm:t>
    </dgm:pt>
    <dgm:pt modelId="{B6515576-DD30-4D48-8773-6F9BF2A1CD11}" type="sibTrans" cxnId="{18CEC155-3901-4ACE-9D2B-DD7A54971F77}">
      <dgm:prSet/>
      <dgm:spPr/>
      <dgm:t>
        <a:bodyPr/>
        <a:lstStyle/>
        <a:p>
          <a:endParaRPr lang="en-US"/>
        </a:p>
      </dgm:t>
    </dgm:pt>
    <dgm:pt modelId="{5CAF76AB-9BA9-468C-99C4-B84DB5074B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Eventually, I’d like to build a full BI platform for hostel operations, including attendance, maintenance, and service feedback.</a:t>
          </a:r>
        </a:p>
      </dgm:t>
    </dgm:pt>
    <dgm:pt modelId="{61B41A5C-80C7-4588-BE49-D900272AC70E}" type="parTrans" cxnId="{FA53279A-4C20-4A13-8547-236E5650E7DB}">
      <dgm:prSet/>
      <dgm:spPr/>
      <dgm:t>
        <a:bodyPr/>
        <a:lstStyle/>
        <a:p>
          <a:endParaRPr lang="en-US"/>
        </a:p>
      </dgm:t>
    </dgm:pt>
    <dgm:pt modelId="{3F71ED23-D5F3-4417-89D4-33CF59AA3C2F}" type="sibTrans" cxnId="{FA53279A-4C20-4A13-8547-236E5650E7DB}">
      <dgm:prSet/>
      <dgm:spPr/>
      <dgm:t>
        <a:bodyPr/>
        <a:lstStyle/>
        <a:p>
          <a:endParaRPr lang="en-US"/>
        </a:p>
      </dgm:t>
    </dgm:pt>
    <dgm:pt modelId="{B98FC93C-5C7A-4DD7-8C6D-A33B2BDA785F}" type="pres">
      <dgm:prSet presAssocID="{C7771DD0-755C-44C0-9B14-30789327136E}" presName="root" presStyleCnt="0">
        <dgm:presLayoutVars>
          <dgm:dir/>
          <dgm:resizeHandles val="exact"/>
        </dgm:presLayoutVars>
      </dgm:prSet>
      <dgm:spPr/>
    </dgm:pt>
    <dgm:pt modelId="{9E3D0218-4EC9-4FDE-814C-B153D1363B32}" type="pres">
      <dgm:prSet presAssocID="{76BBC8ED-355A-42CF-ACF8-B045275D2B43}" presName="compNode" presStyleCnt="0"/>
      <dgm:spPr/>
    </dgm:pt>
    <dgm:pt modelId="{1E3DD6C1-7A52-4767-8BF9-F94292BCD858}" type="pres">
      <dgm:prSet presAssocID="{76BBC8ED-355A-42CF-ACF8-B045275D2B43}" presName="bgRect" presStyleLbl="bgShp" presStyleIdx="0" presStyleCnt="3"/>
      <dgm:spPr/>
    </dgm:pt>
    <dgm:pt modelId="{74F72F8A-2F31-41E9-8991-AC21C64937E9}" type="pres">
      <dgm:prSet presAssocID="{76BBC8ED-355A-42CF-ACF8-B045275D2B4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C65EBC1D-69B7-4D95-A42E-36EE91560A70}" type="pres">
      <dgm:prSet presAssocID="{76BBC8ED-355A-42CF-ACF8-B045275D2B43}" presName="spaceRect" presStyleCnt="0"/>
      <dgm:spPr/>
    </dgm:pt>
    <dgm:pt modelId="{E439E447-1796-4DA6-99D5-FF55BE780695}" type="pres">
      <dgm:prSet presAssocID="{76BBC8ED-355A-42CF-ACF8-B045275D2B43}" presName="parTx" presStyleLbl="revTx" presStyleIdx="0" presStyleCnt="3">
        <dgm:presLayoutVars>
          <dgm:chMax val="0"/>
          <dgm:chPref val="0"/>
        </dgm:presLayoutVars>
      </dgm:prSet>
      <dgm:spPr/>
    </dgm:pt>
    <dgm:pt modelId="{93FAABA4-8273-452C-812D-5824477759EC}" type="pres">
      <dgm:prSet presAssocID="{04293AA2-7F8D-4D01-ACCD-44FB4DF0D832}" presName="sibTrans" presStyleCnt="0"/>
      <dgm:spPr/>
    </dgm:pt>
    <dgm:pt modelId="{86EA2870-737D-4A42-B451-45538D74103F}" type="pres">
      <dgm:prSet presAssocID="{C486DD86-C896-4F14-A1B7-AA2696313611}" presName="compNode" presStyleCnt="0"/>
      <dgm:spPr/>
    </dgm:pt>
    <dgm:pt modelId="{C2D9201B-21DA-459D-B441-514E56A12F30}" type="pres">
      <dgm:prSet presAssocID="{C486DD86-C896-4F14-A1B7-AA2696313611}" presName="bgRect" presStyleLbl="bgShp" presStyleIdx="1" presStyleCnt="3"/>
      <dgm:spPr/>
    </dgm:pt>
    <dgm:pt modelId="{EA659EDA-3ECC-437E-98DA-D60549CC1C07}" type="pres">
      <dgm:prSet presAssocID="{C486DD86-C896-4F14-A1B7-AA2696313611}" presName="iconRect" presStyleLbl="node1" presStyleIdx="1" presStyleCnt="3"/>
      <dgm:spPr/>
    </dgm:pt>
    <dgm:pt modelId="{24122C38-8D3C-49B6-9624-8BB44BD3CF70}" type="pres">
      <dgm:prSet presAssocID="{C486DD86-C896-4F14-A1B7-AA2696313611}" presName="spaceRect" presStyleCnt="0"/>
      <dgm:spPr/>
    </dgm:pt>
    <dgm:pt modelId="{D133F77A-358C-4700-954E-1240E1C6A462}" type="pres">
      <dgm:prSet presAssocID="{C486DD86-C896-4F14-A1B7-AA2696313611}" presName="parTx" presStyleLbl="revTx" presStyleIdx="1" presStyleCnt="3">
        <dgm:presLayoutVars>
          <dgm:chMax val="0"/>
          <dgm:chPref val="0"/>
        </dgm:presLayoutVars>
      </dgm:prSet>
      <dgm:spPr/>
    </dgm:pt>
    <dgm:pt modelId="{A3B46456-27C7-41C4-83E1-04B5F47A052F}" type="pres">
      <dgm:prSet presAssocID="{B6515576-DD30-4D48-8773-6F9BF2A1CD11}" presName="sibTrans" presStyleCnt="0"/>
      <dgm:spPr/>
    </dgm:pt>
    <dgm:pt modelId="{A5C3C0C0-E442-4A8F-9656-CEE8DB2E72C2}" type="pres">
      <dgm:prSet presAssocID="{5CAF76AB-9BA9-468C-99C4-B84DB5074B81}" presName="compNode" presStyleCnt="0"/>
      <dgm:spPr/>
    </dgm:pt>
    <dgm:pt modelId="{4A8055B3-6B77-4A22-B969-0A8F26D7C5CD}" type="pres">
      <dgm:prSet presAssocID="{5CAF76AB-9BA9-468C-99C4-B84DB5074B81}" presName="bgRect" presStyleLbl="bgShp" presStyleIdx="2" presStyleCnt="3"/>
      <dgm:spPr/>
    </dgm:pt>
    <dgm:pt modelId="{5F743C93-B938-4BCC-9AF5-90DEBB3085FF}" type="pres">
      <dgm:prSet presAssocID="{5CAF76AB-9BA9-468C-99C4-B84DB5074B81}" presName="iconRect" presStyleLbl="node1" presStyleIdx="2" presStyleCnt="3"/>
      <dgm:spPr/>
    </dgm:pt>
    <dgm:pt modelId="{657DD18B-1EF9-4783-B271-B1006E2D7C4C}" type="pres">
      <dgm:prSet presAssocID="{5CAF76AB-9BA9-468C-99C4-B84DB5074B81}" presName="spaceRect" presStyleCnt="0"/>
      <dgm:spPr/>
    </dgm:pt>
    <dgm:pt modelId="{A10F3CAD-FEAD-4463-9500-A46F925AF4CC}" type="pres">
      <dgm:prSet presAssocID="{5CAF76AB-9BA9-468C-99C4-B84DB5074B8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B861E0E-7926-44CC-998E-6D37B01812DA}" srcId="{C7771DD0-755C-44C0-9B14-30789327136E}" destId="{76BBC8ED-355A-42CF-ACF8-B045275D2B43}" srcOrd="0" destOrd="0" parTransId="{21D72C1B-D1E7-44B7-92FB-97354CEBBB6D}" sibTransId="{04293AA2-7F8D-4D01-ACCD-44FB4DF0D832}"/>
    <dgm:cxn modelId="{BF03FB6B-BF7A-4DA4-957E-154C911EC3D3}" type="presOf" srcId="{76BBC8ED-355A-42CF-ACF8-B045275D2B43}" destId="{E439E447-1796-4DA6-99D5-FF55BE780695}" srcOrd="0" destOrd="0" presId="urn:microsoft.com/office/officeart/2018/2/layout/IconVerticalSolidList"/>
    <dgm:cxn modelId="{9B3E1B6E-E430-4C30-9930-E0414C481ADE}" type="presOf" srcId="{C486DD86-C896-4F14-A1B7-AA2696313611}" destId="{D133F77A-358C-4700-954E-1240E1C6A462}" srcOrd="0" destOrd="0" presId="urn:microsoft.com/office/officeart/2018/2/layout/IconVerticalSolidList"/>
    <dgm:cxn modelId="{18CEC155-3901-4ACE-9D2B-DD7A54971F77}" srcId="{C7771DD0-755C-44C0-9B14-30789327136E}" destId="{C486DD86-C896-4F14-A1B7-AA2696313611}" srcOrd="1" destOrd="0" parTransId="{09A9496D-CF0E-4227-9504-AB278B711EFA}" sibTransId="{B6515576-DD30-4D48-8773-6F9BF2A1CD11}"/>
    <dgm:cxn modelId="{4F2D797A-0D63-42FD-83FD-57B6355ED324}" type="presOf" srcId="{5CAF76AB-9BA9-468C-99C4-B84DB5074B81}" destId="{A10F3CAD-FEAD-4463-9500-A46F925AF4CC}" srcOrd="0" destOrd="0" presId="urn:microsoft.com/office/officeart/2018/2/layout/IconVerticalSolidList"/>
    <dgm:cxn modelId="{FA53279A-4C20-4A13-8547-236E5650E7DB}" srcId="{C7771DD0-755C-44C0-9B14-30789327136E}" destId="{5CAF76AB-9BA9-468C-99C4-B84DB5074B81}" srcOrd="2" destOrd="0" parTransId="{61B41A5C-80C7-4588-BE49-D900272AC70E}" sibTransId="{3F71ED23-D5F3-4417-89D4-33CF59AA3C2F}"/>
    <dgm:cxn modelId="{D1F46BA6-6F2F-4B43-9DD8-E513F304B207}" type="presOf" srcId="{C7771DD0-755C-44C0-9B14-30789327136E}" destId="{B98FC93C-5C7A-4DD7-8C6D-A33B2BDA785F}" srcOrd="0" destOrd="0" presId="urn:microsoft.com/office/officeart/2018/2/layout/IconVerticalSolidList"/>
    <dgm:cxn modelId="{D5B58FDD-72FC-4EDF-92DC-3AF366D6BDE2}" type="presParOf" srcId="{B98FC93C-5C7A-4DD7-8C6D-A33B2BDA785F}" destId="{9E3D0218-4EC9-4FDE-814C-B153D1363B32}" srcOrd="0" destOrd="0" presId="urn:microsoft.com/office/officeart/2018/2/layout/IconVerticalSolidList"/>
    <dgm:cxn modelId="{399EA324-F340-4DBB-A399-30C528B40990}" type="presParOf" srcId="{9E3D0218-4EC9-4FDE-814C-B153D1363B32}" destId="{1E3DD6C1-7A52-4767-8BF9-F94292BCD858}" srcOrd="0" destOrd="0" presId="urn:microsoft.com/office/officeart/2018/2/layout/IconVerticalSolidList"/>
    <dgm:cxn modelId="{3C6AED81-0D09-4204-9AF5-71BE6556335E}" type="presParOf" srcId="{9E3D0218-4EC9-4FDE-814C-B153D1363B32}" destId="{74F72F8A-2F31-41E9-8991-AC21C64937E9}" srcOrd="1" destOrd="0" presId="urn:microsoft.com/office/officeart/2018/2/layout/IconVerticalSolidList"/>
    <dgm:cxn modelId="{1CEE002E-CB2B-4825-99E9-796D17E746C4}" type="presParOf" srcId="{9E3D0218-4EC9-4FDE-814C-B153D1363B32}" destId="{C65EBC1D-69B7-4D95-A42E-36EE91560A70}" srcOrd="2" destOrd="0" presId="urn:microsoft.com/office/officeart/2018/2/layout/IconVerticalSolidList"/>
    <dgm:cxn modelId="{B54D6335-F4EE-4E69-9A01-87B4007A5E27}" type="presParOf" srcId="{9E3D0218-4EC9-4FDE-814C-B153D1363B32}" destId="{E439E447-1796-4DA6-99D5-FF55BE780695}" srcOrd="3" destOrd="0" presId="urn:microsoft.com/office/officeart/2018/2/layout/IconVerticalSolidList"/>
    <dgm:cxn modelId="{4B69193A-C7C7-4708-BD11-958C2172125A}" type="presParOf" srcId="{B98FC93C-5C7A-4DD7-8C6D-A33B2BDA785F}" destId="{93FAABA4-8273-452C-812D-5824477759EC}" srcOrd="1" destOrd="0" presId="urn:microsoft.com/office/officeart/2018/2/layout/IconVerticalSolidList"/>
    <dgm:cxn modelId="{A63AF9EE-1F6D-4DAD-8EC5-C0F6B84EDFDA}" type="presParOf" srcId="{B98FC93C-5C7A-4DD7-8C6D-A33B2BDA785F}" destId="{86EA2870-737D-4A42-B451-45538D74103F}" srcOrd="2" destOrd="0" presId="urn:microsoft.com/office/officeart/2018/2/layout/IconVerticalSolidList"/>
    <dgm:cxn modelId="{4AF8E2C1-CE32-4CBA-97B2-B4B9923143FF}" type="presParOf" srcId="{86EA2870-737D-4A42-B451-45538D74103F}" destId="{C2D9201B-21DA-459D-B441-514E56A12F30}" srcOrd="0" destOrd="0" presId="urn:microsoft.com/office/officeart/2018/2/layout/IconVerticalSolidList"/>
    <dgm:cxn modelId="{7F3693E0-BA54-4A0A-AE34-646719F4A444}" type="presParOf" srcId="{86EA2870-737D-4A42-B451-45538D74103F}" destId="{EA659EDA-3ECC-437E-98DA-D60549CC1C07}" srcOrd="1" destOrd="0" presId="urn:microsoft.com/office/officeart/2018/2/layout/IconVerticalSolidList"/>
    <dgm:cxn modelId="{D06C00D6-1383-4C9A-AA29-357FCDB1EFE8}" type="presParOf" srcId="{86EA2870-737D-4A42-B451-45538D74103F}" destId="{24122C38-8D3C-49B6-9624-8BB44BD3CF70}" srcOrd="2" destOrd="0" presId="urn:microsoft.com/office/officeart/2018/2/layout/IconVerticalSolidList"/>
    <dgm:cxn modelId="{9739B425-D27F-47F1-9EC5-65206BAD61D5}" type="presParOf" srcId="{86EA2870-737D-4A42-B451-45538D74103F}" destId="{D133F77A-358C-4700-954E-1240E1C6A462}" srcOrd="3" destOrd="0" presId="urn:microsoft.com/office/officeart/2018/2/layout/IconVerticalSolidList"/>
    <dgm:cxn modelId="{4C59A38D-BCD1-4D6D-A7E9-200F80359DFF}" type="presParOf" srcId="{B98FC93C-5C7A-4DD7-8C6D-A33B2BDA785F}" destId="{A3B46456-27C7-41C4-83E1-04B5F47A052F}" srcOrd="3" destOrd="0" presId="urn:microsoft.com/office/officeart/2018/2/layout/IconVerticalSolidList"/>
    <dgm:cxn modelId="{6003B1C4-1644-4CFD-A0B2-0DCCB582E35E}" type="presParOf" srcId="{B98FC93C-5C7A-4DD7-8C6D-A33B2BDA785F}" destId="{A5C3C0C0-E442-4A8F-9656-CEE8DB2E72C2}" srcOrd="4" destOrd="0" presId="urn:microsoft.com/office/officeart/2018/2/layout/IconVerticalSolidList"/>
    <dgm:cxn modelId="{12E9C365-65ED-4626-B776-EDE6E3E1A9D3}" type="presParOf" srcId="{A5C3C0C0-E442-4A8F-9656-CEE8DB2E72C2}" destId="{4A8055B3-6B77-4A22-B969-0A8F26D7C5CD}" srcOrd="0" destOrd="0" presId="urn:microsoft.com/office/officeart/2018/2/layout/IconVerticalSolidList"/>
    <dgm:cxn modelId="{CB26F7BF-0673-4FBF-B114-8E9433535446}" type="presParOf" srcId="{A5C3C0C0-E442-4A8F-9656-CEE8DB2E72C2}" destId="{5F743C93-B938-4BCC-9AF5-90DEBB3085FF}" srcOrd="1" destOrd="0" presId="urn:microsoft.com/office/officeart/2018/2/layout/IconVerticalSolidList"/>
    <dgm:cxn modelId="{994A57C2-3F7E-4487-99BC-84F487BD0CB0}" type="presParOf" srcId="{A5C3C0C0-E442-4A8F-9656-CEE8DB2E72C2}" destId="{657DD18B-1EF9-4783-B271-B1006E2D7C4C}" srcOrd="2" destOrd="0" presId="urn:microsoft.com/office/officeart/2018/2/layout/IconVerticalSolidList"/>
    <dgm:cxn modelId="{227EFD7E-D5AA-4E2D-8270-A85FD014B712}" type="presParOf" srcId="{A5C3C0C0-E442-4A8F-9656-CEE8DB2E72C2}" destId="{A10F3CAD-FEAD-4463-9500-A46F925AF4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A27CD1-6C2F-4F99-9967-7CE695B513B6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A85C10-5081-4E1E-856D-884638ED8968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 this project, I designed and developed a multidimensional cube-based analysis system for managing hostel room allocations and fee payments. </a:t>
          </a:r>
        </a:p>
      </dsp:txBody>
      <dsp:txXfrm>
        <a:off x="608661" y="692298"/>
        <a:ext cx="4508047" cy="2799040"/>
      </dsp:txXfrm>
    </dsp:sp>
    <dsp:sp modelId="{9E11A955-9655-45CD-B891-04A9C99E78BC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83843-544E-4FBB-B868-A688C3684E9D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Using SQL and SSAS, I modeled and deployed two OLAP cubes that provide detailed, structured insights into hostel operations and student demographics. </a:t>
          </a:r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D30C2A-A3F4-4505-B04E-451F86CA02D6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23276D-D0E7-46BA-A924-94643F93374F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4D2697-F654-4D21-B6D9-6458BBD4D7CD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Before this project, the hostel system had no way to analyze data in a meaningful way. </a:t>
          </a:r>
        </a:p>
      </dsp:txBody>
      <dsp:txXfrm>
        <a:off x="1437631" y="531"/>
        <a:ext cx="9077968" cy="1244702"/>
      </dsp:txXfrm>
    </dsp:sp>
    <dsp:sp modelId="{B0BE0DC0-1031-445B-B98E-81BA0C200B80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9C30E7-9E81-4227-9804-74EE1F55E28D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C49F93-8CC1-48A0-A39E-B3FCFDA1B1D4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There was no centralized view of room occupancy, fee collection trends, or student profiles. </a:t>
          </a:r>
        </a:p>
      </dsp:txBody>
      <dsp:txXfrm>
        <a:off x="1437631" y="1556410"/>
        <a:ext cx="9077968" cy="1244702"/>
      </dsp:txXfrm>
    </dsp:sp>
    <dsp:sp modelId="{A2115E91-465C-46E2-9F15-F884EAB35683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9684DB-4A81-4EBF-B350-9899E6EB0DDA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CD6CF-428B-4A9E-8F03-C944B664CA57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As a result, decisions about resource planning and student management were being made without data support, leading to inefficiencies.</a:t>
          </a:r>
        </a:p>
      </dsp:txBody>
      <dsp:txXfrm>
        <a:off x="1437631" y="3112289"/>
        <a:ext cx="9077968" cy="12447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310773-EE76-4A37-8C71-9343BFFEF97F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Which rooms are under or over-utilized?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How many students are paying fees on time?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What are the demographic trends among hostel residents?</a:t>
          </a:r>
        </a:p>
      </dsp:txBody>
      <dsp:txXfrm rot="-5400000">
        <a:off x="3785616" y="295201"/>
        <a:ext cx="6647092" cy="1532257"/>
      </dsp:txXfrm>
    </dsp:sp>
    <dsp:sp modelId="{3FF996AA-B948-4FEE-ABC8-6D0F8822F0AC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My goal was to build an analytical solution that could answer key questions like:</a:t>
          </a:r>
        </a:p>
      </dsp:txBody>
      <dsp:txXfrm>
        <a:off x="103614" y="103667"/>
        <a:ext cx="3578388" cy="1915324"/>
      </dsp:txXfrm>
    </dsp:sp>
    <dsp:sp modelId="{EC114AD2-1E18-4296-ACDA-CCD416EB95BD}">
      <dsp:nvSpPr>
        <dsp:cNvPr id="0" name=""/>
        <dsp:cNvSpPr/>
      </dsp:nvSpPr>
      <dsp:spPr>
        <a:xfrm>
          <a:off x="0" y="2228732"/>
          <a:ext cx="10505339" cy="212255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 aimed to deliver a clean, query able cube model that would allow hostel administrators to explore data and take action accordingly.</a:t>
          </a:r>
        </a:p>
      </dsp:txBody>
      <dsp:txXfrm>
        <a:off x="103614" y="2332346"/>
        <a:ext cx="10298111" cy="19153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0B41D4-AA93-49C7-A66F-BDB3AFCC6FAC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AFC005-E7B0-4291-BB07-85F590E3D8E5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7C3529-3C01-402C-882A-E19379188E93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 created two complete star-schema cubes:</a:t>
          </a:r>
        </a:p>
      </dsp:txBody>
      <dsp:txXfrm>
        <a:off x="1057183" y="1805"/>
        <a:ext cx="9458416" cy="915310"/>
      </dsp:txXfrm>
    </dsp:sp>
    <dsp:sp modelId="{E4EAE478-15D5-453C-A3A6-B3EF27F823B5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4E7692-91E4-4C6A-831D-F8D69A97D6BD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EDE3EB-EE3A-49CC-96A9-1BD333CD097F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Fee Payment Cube</a:t>
          </a:r>
          <a:r>
            <a:rPr lang="en-US" sz="2100" kern="1200"/>
            <a:t>: To track student payments, due dates, and amounts over time.</a:t>
          </a:r>
        </a:p>
      </dsp:txBody>
      <dsp:txXfrm>
        <a:off x="1057183" y="1145944"/>
        <a:ext cx="9458416" cy="915310"/>
      </dsp:txXfrm>
    </dsp:sp>
    <dsp:sp modelId="{8F4A6858-3BF8-41B9-A040-EBF5FC4BF520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790D3D-6B92-43F0-A434-954AD40C3880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56BFD8-8679-48FA-A7CB-59B836C95958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Room Allocation Cube</a:t>
          </a:r>
          <a:r>
            <a:rPr lang="en-US" sz="2100" kern="1200"/>
            <a:t>: To analyze how rooms are assigned based on student demographics and room types.</a:t>
          </a:r>
        </a:p>
      </dsp:txBody>
      <dsp:txXfrm>
        <a:off x="1057183" y="2290082"/>
        <a:ext cx="9458416" cy="915310"/>
      </dsp:txXfrm>
    </dsp:sp>
    <dsp:sp modelId="{B204447D-7FA0-4AEB-A051-54C21D007378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93D1F6-0BF3-46CA-AA98-1CC7D81DAADC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51FD9-4682-4E24-B074-4371AAC2F028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 used Microsoft Access for ER modeling and sample data, SQL for transformation, SSAS for cube design, and Excel for building PivotTable reports.</a:t>
          </a:r>
        </a:p>
      </dsp:txBody>
      <dsp:txXfrm>
        <a:off x="1057183" y="3434221"/>
        <a:ext cx="9458416" cy="9153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CBEAB3-2CAD-421F-B432-E56F42E77B79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A55258-E694-48D4-B01A-BBCD44B618A5}">
      <dsp:nvSpPr>
        <dsp:cNvPr id="0" name=""/>
        <dsp:cNvSpPr/>
      </dsp:nvSpPr>
      <dsp:spPr>
        <a:xfrm>
          <a:off x="0" y="0"/>
          <a:ext cx="2103120" cy="435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After building the cubes, I was able to:</a:t>
          </a:r>
        </a:p>
      </dsp:txBody>
      <dsp:txXfrm>
        <a:off x="0" y="0"/>
        <a:ext cx="2103120" cy="4351338"/>
      </dsp:txXfrm>
    </dsp:sp>
    <dsp:sp modelId="{30046699-613F-4139-AF59-68AB1E8BE5AC}">
      <dsp:nvSpPr>
        <dsp:cNvPr id="0" name=""/>
        <dsp:cNvSpPr/>
      </dsp:nvSpPr>
      <dsp:spPr>
        <a:xfrm>
          <a:off x="2260854" y="41006"/>
          <a:ext cx="8254746" cy="820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Identify room types that are most and least utilized.</a:t>
          </a:r>
        </a:p>
      </dsp:txBody>
      <dsp:txXfrm>
        <a:off x="2260854" y="41006"/>
        <a:ext cx="8254746" cy="820125"/>
      </dsp:txXfrm>
    </dsp:sp>
    <dsp:sp modelId="{52CCFBAF-D97F-4F54-A9BA-B92A5CDCF011}">
      <dsp:nvSpPr>
        <dsp:cNvPr id="0" name=""/>
        <dsp:cNvSpPr/>
      </dsp:nvSpPr>
      <dsp:spPr>
        <a:xfrm>
          <a:off x="2103120" y="861131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446ED0-8684-4BD1-8CD0-DD9359D0FA95}">
      <dsp:nvSpPr>
        <dsp:cNvPr id="0" name=""/>
        <dsp:cNvSpPr/>
      </dsp:nvSpPr>
      <dsp:spPr>
        <a:xfrm>
          <a:off x="2260854" y="902137"/>
          <a:ext cx="8254746" cy="820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Measure total fees collected vs pending.</a:t>
          </a:r>
        </a:p>
      </dsp:txBody>
      <dsp:txXfrm>
        <a:off x="2260854" y="902137"/>
        <a:ext cx="8254746" cy="820125"/>
      </dsp:txXfrm>
    </dsp:sp>
    <dsp:sp modelId="{AE83D8A2-9E1A-4B57-8266-AA70A271A6C4}">
      <dsp:nvSpPr>
        <dsp:cNvPr id="0" name=""/>
        <dsp:cNvSpPr/>
      </dsp:nvSpPr>
      <dsp:spPr>
        <a:xfrm>
          <a:off x="2103120" y="172226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0156B4-BBC3-469F-86DA-D3034DA77B30}">
      <dsp:nvSpPr>
        <dsp:cNvPr id="0" name=""/>
        <dsp:cNvSpPr/>
      </dsp:nvSpPr>
      <dsp:spPr>
        <a:xfrm>
          <a:off x="2260854" y="1763269"/>
          <a:ext cx="8254746" cy="820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Find which cities most hostel students come from.</a:t>
          </a:r>
        </a:p>
      </dsp:txBody>
      <dsp:txXfrm>
        <a:off x="2260854" y="1763269"/>
        <a:ext cx="8254746" cy="820125"/>
      </dsp:txXfrm>
    </dsp:sp>
    <dsp:sp modelId="{6D3B1BC1-3615-4A04-842F-AF8DB08DD1CD}">
      <dsp:nvSpPr>
        <dsp:cNvPr id="0" name=""/>
        <dsp:cNvSpPr/>
      </dsp:nvSpPr>
      <dsp:spPr>
        <a:xfrm>
          <a:off x="2103120" y="2583394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2A3D6-0BE3-41F3-9E81-6AC48A3A307E}">
      <dsp:nvSpPr>
        <dsp:cNvPr id="0" name=""/>
        <dsp:cNvSpPr/>
      </dsp:nvSpPr>
      <dsp:spPr>
        <a:xfrm>
          <a:off x="2260854" y="2624400"/>
          <a:ext cx="8254746" cy="820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Analyze occupancy trends by gender and student age.</a:t>
          </a:r>
        </a:p>
      </dsp:txBody>
      <dsp:txXfrm>
        <a:off x="2260854" y="2624400"/>
        <a:ext cx="8254746" cy="820125"/>
      </dsp:txXfrm>
    </dsp:sp>
    <dsp:sp modelId="{5AE6C8EC-8E9B-490F-9911-0BB011D69F96}">
      <dsp:nvSpPr>
        <dsp:cNvPr id="0" name=""/>
        <dsp:cNvSpPr/>
      </dsp:nvSpPr>
      <dsp:spPr>
        <a:xfrm>
          <a:off x="2103120" y="344452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095BC-6304-4872-9B80-2F33161F5E13}">
      <dsp:nvSpPr>
        <dsp:cNvPr id="0" name=""/>
        <dsp:cNvSpPr/>
      </dsp:nvSpPr>
      <dsp:spPr>
        <a:xfrm>
          <a:off x="2260854" y="3485532"/>
          <a:ext cx="8254746" cy="820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Track peak room allotment months and fee payment delays.</a:t>
          </a:r>
        </a:p>
      </dsp:txBody>
      <dsp:txXfrm>
        <a:off x="2260854" y="3485532"/>
        <a:ext cx="8254746" cy="820125"/>
      </dsp:txXfrm>
    </dsp:sp>
    <dsp:sp modelId="{438C83D5-CC11-496A-802D-FBE4CD327EBD}">
      <dsp:nvSpPr>
        <dsp:cNvPr id="0" name=""/>
        <dsp:cNvSpPr/>
      </dsp:nvSpPr>
      <dsp:spPr>
        <a:xfrm>
          <a:off x="2103120" y="4305657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AC4732-AC07-4D89-A2A6-D9B98EC20DAF}">
      <dsp:nvSpPr>
        <dsp:cNvPr id="0" name=""/>
        <dsp:cNvSpPr/>
      </dsp:nvSpPr>
      <dsp:spPr>
        <a:xfrm>
          <a:off x="0" y="37268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Fee Payment Overview by Hometown</a:t>
          </a:r>
        </a:p>
      </dsp:txBody>
      <dsp:txXfrm>
        <a:off x="47976" y="85244"/>
        <a:ext cx="10419648" cy="886848"/>
      </dsp:txXfrm>
    </dsp:sp>
    <dsp:sp modelId="{ED75762E-E431-45D5-9EFF-0F8E7B10EB67}">
      <dsp:nvSpPr>
        <dsp:cNvPr id="0" name=""/>
        <dsp:cNvSpPr/>
      </dsp:nvSpPr>
      <dsp:spPr>
        <a:xfrm>
          <a:off x="0" y="1135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Room Allocation by Gender &amp; Room Type</a:t>
          </a:r>
        </a:p>
      </dsp:txBody>
      <dsp:txXfrm>
        <a:off x="47976" y="1183245"/>
        <a:ext cx="10419648" cy="886848"/>
      </dsp:txXfrm>
    </dsp:sp>
    <dsp:sp modelId="{86292F80-489A-4DED-80AF-02B567A738DE}">
      <dsp:nvSpPr>
        <dsp:cNvPr id="0" name=""/>
        <dsp:cNvSpPr/>
      </dsp:nvSpPr>
      <dsp:spPr>
        <a:xfrm>
          <a:off x="0" y="2233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Available Room Capacity Filtering</a:t>
          </a:r>
        </a:p>
      </dsp:txBody>
      <dsp:txXfrm>
        <a:off x="47976" y="2281245"/>
        <a:ext cx="10419648" cy="886848"/>
      </dsp:txXfrm>
    </dsp:sp>
    <dsp:sp modelId="{5E10F34F-ACD8-4A3B-ADD5-BF17D5977233}">
      <dsp:nvSpPr>
        <dsp:cNvPr id="0" name=""/>
        <dsp:cNvSpPr/>
      </dsp:nvSpPr>
      <dsp:spPr>
        <a:xfrm>
          <a:off x="0" y="3331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Year-Wise Student Fee Payment Tracking</a:t>
          </a:r>
        </a:p>
      </dsp:txBody>
      <dsp:txXfrm>
        <a:off x="47976" y="3379245"/>
        <a:ext cx="10419648" cy="8868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9B74A6-395E-4744-8974-80414DEBC9C4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37AAB5-046D-47C5-9212-E22ECF734A27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9DB73D-556A-4F24-B599-A8A9099A63CC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 successfully built normalized star schemas with clear dimension relationships.</a:t>
          </a:r>
        </a:p>
      </dsp:txBody>
      <dsp:txXfrm>
        <a:off x="1129902" y="4592"/>
        <a:ext cx="5171698" cy="978270"/>
      </dsp:txXfrm>
    </dsp:sp>
    <dsp:sp modelId="{1B9F3B12-8FAD-4DDC-9285-6CE8D1BE30BB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D80F20-2E5E-4F47-954E-84FC3017A540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B733C1-2BC2-4EFC-B63B-EF9BEF332113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Both cubes deployed without error in SSAS.</a:t>
          </a:r>
        </a:p>
      </dsp:txBody>
      <dsp:txXfrm>
        <a:off x="1129902" y="1227431"/>
        <a:ext cx="5171698" cy="978270"/>
      </dsp:txXfrm>
    </dsp:sp>
    <dsp:sp modelId="{17756D6F-16BD-470F-A99F-A0745FEF199F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954716-B9BC-4FA0-A8A2-D437ECE0418D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21FFB3-E32C-46F7-8F22-C511EFABCD9E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PivotTables in Excel made insights easy to generate.</a:t>
          </a:r>
        </a:p>
      </dsp:txBody>
      <dsp:txXfrm>
        <a:off x="1129902" y="2450269"/>
        <a:ext cx="5171698" cy="978270"/>
      </dsp:txXfrm>
    </dsp:sp>
    <dsp:sp modelId="{B2D22AA5-7F2B-4B60-90DD-29312FC4B8B4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471E9-5F4E-4A02-A5D4-A77BA336CD64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613FF-A6F2-4E63-BFD4-84FDF2DFFAC3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 handled data mapping and relationship building.</a:t>
          </a:r>
        </a:p>
      </dsp:txBody>
      <dsp:txXfrm>
        <a:off x="1129902" y="3673107"/>
        <a:ext cx="5171698" cy="978270"/>
      </dsp:txXfrm>
    </dsp:sp>
    <dsp:sp modelId="{C602DC34-88A9-48A8-BFA7-AFC147D7EF82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80260E-6220-4681-963A-88507A6FFD3F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BC2D7D-0C0B-4F9A-92E1-A77D45D7FA93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My understanding of multidimensional modeling improved significantly.</a:t>
          </a:r>
        </a:p>
      </dsp:txBody>
      <dsp:txXfrm>
        <a:off x="1129902" y="4895945"/>
        <a:ext cx="5171698" cy="97827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B088D-DBE1-423B-815C-8A1BAA96DDE7}">
      <dsp:nvSpPr>
        <dsp:cNvPr id="0" name=""/>
        <dsp:cNvSpPr/>
      </dsp:nvSpPr>
      <dsp:spPr>
        <a:xfrm>
          <a:off x="0" y="106947"/>
          <a:ext cx="6666833" cy="170059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 faced data type mapping errors while exporting from Access to SSAS.</a:t>
          </a:r>
        </a:p>
      </dsp:txBody>
      <dsp:txXfrm>
        <a:off x="83016" y="189963"/>
        <a:ext cx="6500801" cy="1534563"/>
      </dsp:txXfrm>
    </dsp:sp>
    <dsp:sp modelId="{D85A7AFE-B0B9-4236-B398-579C5C22E410}">
      <dsp:nvSpPr>
        <dsp:cNvPr id="0" name=""/>
        <dsp:cNvSpPr/>
      </dsp:nvSpPr>
      <dsp:spPr>
        <a:xfrm>
          <a:off x="0" y="1876662"/>
          <a:ext cx="6666833" cy="1700595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 was not able to figure out how to use the </a:t>
          </a:r>
          <a:r>
            <a:rPr lang="en-US" sz="2400" kern="1200" dirty="0" err="1"/>
            <a:t>PaymentDate</a:t>
          </a:r>
          <a:r>
            <a:rPr lang="en-US" sz="2400" kern="1200" dirty="0"/>
            <a:t> to identify students who did not pay their fees, since missing dates can't be easily queried in a cube.</a:t>
          </a:r>
        </a:p>
      </dsp:txBody>
      <dsp:txXfrm>
        <a:off x="83016" y="1959678"/>
        <a:ext cx="6500801" cy="1534563"/>
      </dsp:txXfrm>
    </dsp:sp>
    <dsp:sp modelId="{7CBE0E78-CCF6-4462-915F-FCA390DBE6BF}">
      <dsp:nvSpPr>
        <dsp:cNvPr id="0" name=""/>
        <dsp:cNvSpPr/>
      </dsp:nvSpPr>
      <dsp:spPr>
        <a:xfrm>
          <a:off x="0" y="3646377"/>
          <a:ext cx="6666833" cy="1700595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 faced challenges while connecting the room allocation dimension to the fact table without causing cross joins or Cartesian products.</a:t>
          </a:r>
        </a:p>
      </dsp:txBody>
      <dsp:txXfrm>
        <a:off x="83016" y="3729393"/>
        <a:ext cx="6500801" cy="153456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73B01C-1253-4F6A-9936-E5C86F90CB42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CA856A-A74F-473A-ADB9-FE0410A5D869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EEFF3C-6F57-4381-B33E-9E84946E3402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Conduct a thorough assessment of source data and its format before starting the project.</a:t>
          </a:r>
        </a:p>
      </dsp:txBody>
      <dsp:txXfrm>
        <a:off x="1844034" y="682"/>
        <a:ext cx="4401230" cy="1596566"/>
      </dsp:txXfrm>
    </dsp:sp>
    <dsp:sp modelId="{B31F16C3-25DD-4291-8A4E-DD4D417DB8CF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C5D2FF-4DC5-419A-8610-9A2D95C6783A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4BBFAF-4019-442C-A21F-941BB6C1030A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 realized that every time I made a small change in the database, I had to redo the entire ETL manually. </a:t>
          </a:r>
        </a:p>
      </dsp:txBody>
      <dsp:txXfrm>
        <a:off x="1844034" y="1996390"/>
        <a:ext cx="4401230" cy="1596566"/>
      </dsp:txXfrm>
    </dsp:sp>
    <dsp:sp modelId="{5FDD1870-92ED-412C-B3CD-6A2BDEB554CE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2C3F8C-9183-4E91-844E-B46BEA65945E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F8BC3C-BC1E-483F-94FE-C839692E6C13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So </a:t>
          </a:r>
          <a:r>
            <a:rPr lang="en-US" sz="2000" kern="1200" dirty="0"/>
            <a:t>next time, I will </a:t>
          </a:r>
          <a:r>
            <a:rPr lang="en-US" sz="2000" b="1" kern="1200" dirty="0"/>
            <a:t>invest time in creating reusable templates and scripts for ETL tasks</a:t>
          </a:r>
          <a:r>
            <a:rPr lang="en-US" sz="2000" kern="1200" dirty="0"/>
            <a:t> to save effort and reduce errors.</a:t>
          </a:r>
        </a:p>
      </dsp:txBody>
      <dsp:txXfrm>
        <a:off x="1844034" y="3992098"/>
        <a:ext cx="4401230" cy="159656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3DD6C1-7A52-4767-8BF9-F94292BCD858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F72F8A-2F31-41E9-8991-AC21C64937E9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9E447-1796-4DA6-99D5-FF55BE780695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 want to connect this cube to Power BI and build a live dashboard.</a:t>
          </a:r>
        </a:p>
      </dsp:txBody>
      <dsp:txXfrm>
        <a:off x="1435590" y="531"/>
        <a:ext cx="9080009" cy="1242935"/>
      </dsp:txXfrm>
    </dsp:sp>
    <dsp:sp modelId="{C2D9201B-21DA-459D-B441-514E56A12F30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659EDA-3ECC-437E-98DA-D60549CC1C07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3F77A-358C-4700-954E-1240E1C6A462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I’d also love to automate fee reminders or room allocation alerts.</a:t>
          </a:r>
        </a:p>
      </dsp:txBody>
      <dsp:txXfrm>
        <a:off x="1435590" y="1554201"/>
        <a:ext cx="9080009" cy="1242935"/>
      </dsp:txXfrm>
    </dsp:sp>
    <dsp:sp modelId="{4A8055B3-6B77-4A22-B969-0A8F26D7C5CD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743C93-B938-4BCC-9AF5-90DEBB3085FF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0F3CAD-FEAD-4463-9500-A46F925AF4CC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Eventually, I’d like to build a full BI platform for hostel operations, including attendance, maintenance, and service feedback.</a:t>
          </a:r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F585C-0818-DD54-2B11-F72771832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B01C61-3D70-2E4A-5B28-9E7691736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C73A5-BE6D-1015-0A75-912D318F7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05FB4-50BB-4A3B-AED7-682CBD9F63F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05A6C-8A30-FEF1-103F-8B7B53E46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F7EA9-AAE4-9F2A-E23F-9F30921A6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0C94-7FB9-453D-B177-A1B430107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36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69B0F-D4E0-4682-9B03-C2A0EBD22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0E92F-CAE6-AFFC-8567-299A20B2A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A8DE2-F453-3DE2-9261-40681569C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05FB4-50BB-4A3B-AED7-682CBD9F63F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6BFC7-203A-FE84-F539-AB8FFD6C7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AEFC0-E576-FE69-1655-90D3737B0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0C94-7FB9-453D-B177-A1B430107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15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3A914-1BF7-2611-D175-36747B837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B139A-85D1-876C-7398-95EB62C7E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96F39-2C98-932C-5E22-F927CD101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05FB4-50BB-4A3B-AED7-682CBD9F63F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E0B24-A20F-B2B7-98A9-92938BBE7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BAB11-C7A7-1099-4A3E-7D6248B73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0C94-7FB9-453D-B177-A1B430107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25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BE06-728C-713F-9573-405B378C7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D30B9-CA06-AAA3-7CCA-F020C69C0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2036D-DEEE-5476-7CE7-51ED4965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13767-BC63-C9A4-2F53-AD994A72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05FB4-50BB-4A3B-AED7-682CBD9F63F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33260-C39A-D2E0-D1C4-CAD83A1D4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62750-F1DF-C634-4DFF-8EBDB36C1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0C94-7FB9-453D-B177-A1B430107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76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6E3A2-49B8-E16B-8BA6-A2D6C0DC6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B2E8C-ADEA-8302-C541-6C4AFA4DC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35C77F-87E1-2F7B-23F6-2424FBFA3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417800-396F-6782-BA51-2090AF77E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344E6D-0D72-F33F-4966-86EC83547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840C6F-3D88-6285-41C5-F36B1E9B9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05FB4-50BB-4A3B-AED7-682CBD9F63F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A8F2AF-7C78-AF89-6816-18266EEC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D87DE7-7F5D-E5BE-9FF9-CE723EC65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0C94-7FB9-453D-B177-A1B430107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51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79023-1FF4-F64D-E2BE-4A23D0B8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9DC56A-21AA-2D48-00B2-22D3732E9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05FB4-50BB-4A3B-AED7-682CBD9F63F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82D77-A91C-210A-17AA-254AE7DD7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8F81B-DE29-EFAA-8D1B-FD47C070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0C94-7FB9-453D-B177-A1B430107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2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D2E808-08ED-F87E-D0B2-5FB0607AB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05FB4-50BB-4A3B-AED7-682CBD9F63F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A421E-3566-611E-DD60-F266AEF3F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CDE2A-D5DC-5DDE-1437-97F383C17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0C94-7FB9-453D-B177-A1B430107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73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D6333-73A7-1940-9426-1DB4C8992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808DD-50C0-0283-5729-BE4EDEAA5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E5974-6A50-944D-9B5B-82B8B5455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6E6EB-BA1E-0639-DEC4-63DF40729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05FB4-50BB-4A3B-AED7-682CBD9F63F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0B400-9A1A-402E-DD1D-8F79C2D7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2C10F-8BD2-7626-8265-A03A1F733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0C94-7FB9-453D-B177-A1B430107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97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8774-3728-A004-B1FE-D35A0C564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26DA0-BA1F-DB74-375F-06813C3A04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145E4-1D0D-E469-3782-DB30E22E7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394DD-D8FF-A45A-FC40-7A85A06EA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05FB4-50BB-4A3B-AED7-682CBD9F63F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5D13D-728C-8C72-1843-395217A51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7BEF8-F8A0-8AE0-67C8-B341B855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0C94-7FB9-453D-B177-A1B430107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884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F9B8A-B72B-9D31-68C8-1EED963FB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A2C2C-38DD-C853-5431-B6E42A803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133DD-7F86-7974-75D8-A8A1A861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05FB4-50BB-4A3B-AED7-682CBD9F63F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2178E-3BD7-1351-2459-856F90E4E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02E81-4938-6D3D-AF91-17B880EDE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0C94-7FB9-453D-B177-A1B430107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3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560BCB-DE4A-C720-89BB-64EA78B3C5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A5020-A567-0F26-53AC-15896411F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88D17-C785-23EB-2C29-2A5DFD228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05FB4-50BB-4A3B-AED7-682CBD9F63F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4D2DE-8A51-0AC4-6B20-4DAF8BB03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CFF9D-CBD4-D1AD-EDFD-1F0CF4D77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0C94-7FB9-453D-B177-A1B430107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48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DFE71-4431-E20B-7DDD-8722A082C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CBDBA-B49F-AD53-E52E-1C60A3129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9A4E7-4A80-ADFF-39D1-EA34C2595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E05FB4-50BB-4A3B-AED7-682CBD9F63F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FE845-256A-08FF-7D04-32AFD2BF9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5AE3F-32BE-CCC2-C5B7-FC8C3551F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8F0C94-7FB9-453D-B177-A1B430107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rchitectural Cube houses design">
            <a:extLst>
              <a:ext uri="{FF2B5EF4-FFF2-40B4-BE49-F238E27FC236}">
                <a16:creationId xmlns:a16="http://schemas.microsoft.com/office/drawing/2014/main" id="{BA67D72C-1090-3B0F-7967-5994FB8CD1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1459" b="875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26579-8797-E73D-7E1B-5BCDBCA20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Hostel Management System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51AA60-CEF1-EFE3-93A6-5E3130FD4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93441"/>
            <a:ext cx="6295332" cy="1588514"/>
          </a:xfrm>
        </p:spPr>
        <p:txBody>
          <a:bodyPr anchor="b">
            <a:normAutofit/>
          </a:bodyPr>
          <a:lstStyle/>
          <a:p>
            <a:pPr algn="l"/>
            <a:r>
              <a:rPr lang="en-US" sz="1800" dirty="0">
                <a:solidFill>
                  <a:srgbClr val="FFFFFF"/>
                </a:solidFill>
              </a:rPr>
              <a:t>-By Charmy Raj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63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6630A6-897D-6DCE-BB5D-4A29D0336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1BD729-84FD-D4EC-B4A0-D2FB7F0344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945816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4891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03D2E-D8D7-1DE7-6387-5F385A287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Business Problem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DEAB1662-CFD7-EA9E-D6E5-D0DF34AA65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7520746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7498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rry blue and white background&#10;&#10;AI-generated content may be incorrect.">
            <a:extLst>
              <a:ext uri="{FF2B5EF4-FFF2-40B4-BE49-F238E27FC236}">
                <a16:creationId xmlns:a16="http://schemas.microsoft.com/office/drawing/2014/main" id="{194FCF48-9095-457B-E3A0-2E08223CA02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706" b="100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6D2E9A-7C28-7963-BE7E-366DF8E2F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Project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317669-6FAF-C613-9DA7-43FFEF2C11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11928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2733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25F46-6455-E9A2-E639-D88F5EEB7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7E1782-6744-BE5A-5873-C999DC7A8E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6638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A9BA-8BBC-10F2-E2E3-1B55AC1F5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Resulted Outcome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040E13-C8FC-B846-F753-041611D53F5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3265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ED867E-D0B6-8A6B-A284-5893D1015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Original ERD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D145BB-682E-3028-BEF0-52EBC6603D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440" y="1966293"/>
            <a:ext cx="10793118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740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4D4C4-DDBF-DB65-2BB5-8B84ED25A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New Star Schema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FF271C-D021-FD0D-40C6-A4BE84EABA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10"/>
          <a:stretch>
            <a:fillRect/>
          </a:stretch>
        </p:blipFill>
        <p:spPr>
          <a:xfrm>
            <a:off x="121119" y="1928621"/>
            <a:ext cx="5725717" cy="407957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5361B5-8AC8-AD76-1DB3-5A9837702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6681"/>
          <a:stretch>
            <a:fillRect/>
          </a:stretch>
        </p:blipFill>
        <p:spPr>
          <a:xfrm>
            <a:off x="6345164" y="1910247"/>
            <a:ext cx="5613156" cy="43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361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E22AF-7734-97D5-3D8F-460016E59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Data Demonstrations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E97F62-FBC1-B0DD-00AE-1F0389B331F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2356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899F4E-80DE-91B0-80B7-5F3C1043B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Lessons Learned-3Ws</a:t>
            </a:r>
          </a:p>
        </p:txBody>
      </p:sp>
    </p:spTree>
    <p:extLst>
      <p:ext uri="{BB962C8B-B14F-4D97-AF65-F5344CB8AC3E}">
        <p14:creationId xmlns:p14="http://schemas.microsoft.com/office/powerpoint/2010/main" val="4242845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FE64D-9E25-D811-341D-3FE56D2DF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What Went Well?</a:t>
            </a:r>
          </a:p>
        </p:txBody>
      </p:sp>
      <p:grpSp>
        <p:nvGrpSpPr>
          <p:cNvPr id="37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8027597D-C89B-EF06-76FA-F7ABF22EDB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973403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1075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EB9E5-6904-2563-BD6A-FC861E813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Did Not Go Well?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DFCF95D0-ECAB-3E33-062C-845F5C03EF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884232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5922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7C16AB-C021-A335-2573-27E02F897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6800"/>
              <a:t>What Would I Do Differently Next Time!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59BDB1-BA23-CF37-500B-B1F63E318D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435140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4375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DC284-DEDB-1629-8030-C01266BD0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92E28C-4A05-9207-FC22-DD928DA10D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63250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237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2A6AC3-A5EB-4E50-B460-8B0A428F3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9C6DB813-1B21-D37D-F184-7EC2C1CA3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933" y="561617"/>
            <a:ext cx="1286928" cy="12869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FDB95-4728-BF4C-7441-DF22B4868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3514855"/>
            <a:ext cx="9792469" cy="2606545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sz="11500" u="sng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85766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585</Words>
  <Application>Microsoft Office PowerPoint</Application>
  <PresentationFormat>Widescreen</PresentationFormat>
  <Paragraphs>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Hostel Management System</vt:lpstr>
      <vt:lpstr>Introduction</vt:lpstr>
      <vt:lpstr>Business Problem</vt:lpstr>
      <vt:lpstr>Project Objectives</vt:lpstr>
      <vt:lpstr>Business Solution</vt:lpstr>
      <vt:lpstr>Resulted Outcome</vt:lpstr>
      <vt:lpstr>Original ERD</vt:lpstr>
      <vt:lpstr>New Star Schema</vt:lpstr>
      <vt:lpstr>Live Data Demonstrations</vt:lpstr>
      <vt:lpstr>Lessons Learned-3Ws</vt:lpstr>
      <vt:lpstr>What Went Well?</vt:lpstr>
      <vt:lpstr>What Did Not Go Well?</vt:lpstr>
      <vt:lpstr>What Would I Do Differently Next Time!</vt:lpstr>
      <vt:lpstr>Future Improvement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Raj, Charmy Prasesh</dc:creator>
  <cp:lastModifiedBy>Raj, Charmy Prasesh</cp:lastModifiedBy>
  <cp:revision>3</cp:revision>
  <dcterms:created xsi:type="dcterms:W3CDTF">2025-07-24T21:00:50Z</dcterms:created>
  <dcterms:modified xsi:type="dcterms:W3CDTF">2025-07-25T01:02:01Z</dcterms:modified>
</cp:coreProperties>
</file>